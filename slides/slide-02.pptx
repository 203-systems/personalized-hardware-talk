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44f7433d70493d" /><Relationship Type="http://schemas.openxmlformats.org/officeDocument/2006/relationships/extended-properties" Target="/docProps/app.xml" Id="R656b9832c93b41ca" /><Relationship Type="http://schemas.openxmlformats.org/officeDocument/2006/relationships/officeDocument" Target="/ppt/presentation.xml" Id="Rd6f11c1e984e4e8c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e4f55805aa674b97"/>
  </p:sldMasterIdLst>
  <p:notesMasterIdLst>
    <p:notesMasterId r:id="R1cc2ac91e12146a2"/>
  </p:notesMasterIdLst>
  <p:sldIdLst>
    <p:sldId id="257" r:id="R8a31cd3f674b45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b10165154d4047ab" /><Relationship Type="http://schemas.openxmlformats.org/officeDocument/2006/relationships/slideMaster" Target="/ppt/slideMasters/slideMaster1.xml" Id="Re4f55805aa674b97" /><Relationship Type="http://schemas.openxmlformats.org/officeDocument/2006/relationships/notesMaster" Target="/ppt/notesMasters/notesMaster1.xml" Id="R1cc2ac91e12146a2" /><Relationship Type="http://schemas.openxmlformats.org/officeDocument/2006/relationships/presProps" Target="/ppt/presProps.xml" Id="R8a6230baf3884fd7" /><Relationship Type="http://schemas.openxmlformats.org/officeDocument/2006/relationships/tableStyles" Target="/ppt/tableStyles.xml" Id="R435d4989fc5844e0" /><Relationship Type="http://schemas.openxmlformats.org/officeDocument/2006/relationships/slide" Target="/ppt/slides/slide2.xml" Id="R8a31cd3f674b45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870db58cf540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137578fe7d4646" /><Relationship Type="http://schemas.openxmlformats.org/officeDocument/2006/relationships/notesMaster" Target="/ppt/notesMasters/notesMaster1.xml" Id="R1325c41015424c7d" /></Relationship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以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M-VAVE FM-1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的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Felucca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为例，社区开发者通过定制固件，为音乐设备创造了更多玩法。项目明确说明在代码、测试、文档等工作中使用了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AI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编程辅助。这说明越来越多用户希望亲自决定设备可以做什么。这里不把整个社区概括成某一种质量水平，也不把单个例子说成市场规模统计。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https://github.com/hugelton/Felucca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图片：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https://raw.githubusercontent.com/hugelton/Felucca/main/docs/controls.jpg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29893ffa248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28a43015249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a41c1788b42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4b0bd8b3a4f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5b70c4e5442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cef458c3a4e58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54F20D1-7BF8-4C57-8E3F-BF97AFA9DA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590920"/>
            <a:ext cx="9753120" cy="99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Title and One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414EEB-128C-4C42-869D-0DFC7C72DE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2978892-73BC-4776-8329-FFAF7EBF629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6FA7841-BC59-4EA3-AE1E-C3C2AEED1B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4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4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AC38521-AFC6-448F-89B2-F8E0D27072B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blank" preserve="1">
  <p:cSld name="Title and Two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E96F70F-88B8-4653-A318-BAFB970F3F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9F16385-3C8C-4B99-9961-8944816B02A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7B2422D-5508-4088-8452-526AF9B5AD2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47712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Title and Bod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78BEE5-3931-4F07-B032-251F95E0BF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CD9A0C9-2BD8-4E8F-B5AE-0E60D050AC7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1082016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 preserve="1">
  <p:cSld name="Section Head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64D5C14-8D1F-4705-AF24-2202E73F10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857680"/>
            <a:ext cx="975312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2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2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2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51da22bca54c82" /><Relationship Type="http://schemas.openxmlformats.org/officeDocument/2006/relationships/slideLayout" Target="/ppt/slideLayouts/slideLayout1.xml" Id="R1820ed41fd064745" /><Relationship Type="http://schemas.openxmlformats.org/officeDocument/2006/relationships/slideLayout" Target="/ppt/slideLayouts/slideLayout2.xml" Id="R3a116a1d3ba24fd5" /><Relationship Type="http://schemas.openxmlformats.org/officeDocument/2006/relationships/slideLayout" Target="/ppt/slideLayouts/slideLayout3.xml" Id="R7c91873f9a6c411a" /><Relationship Type="http://schemas.openxmlformats.org/officeDocument/2006/relationships/slideLayout" Target="/ppt/slideLayouts/slideLayout4.xml" Id="R9fafa4bffdb24d71" /><Relationship Type="http://schemas.openxmlformats.org/officeDocument/2006/relationships/slideLayout" Target="/ppt/slideLayouts/slideLayout5.xml" Id="R472d28552d1048ef" /><Relationship Type="http://schemas.openxmlformats.org/officeDocument/2006/relationships/slideLayout" Target="/ppt/slideLayouts/slideLayout6.xml" Id="Rb370cd1e5ef249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20ed41fd064745"/>
    <p:sldLayoutId xmlns:r="http://schemas.openxmlformats.org/officeDocument/2006/relationships" id="2147483650" r:id="R3a116a1d3ba24fd5"/>
    <p:sldLayoutId xmlns:r="http://schemas.openxmlformats.org/officeDocument/2006/relationships" id="2147483651" r:id="R7c91873f9a6c411a"/>
    <p:sldLayoutId xmlns:r="http://schemas.openxmlformats.org/officeDocument/2006/relationships" id="2147483652" r:id="R9fafa4bffdb24d71"/>
    <p:sldLayoutId xmlns:r="http://schemas.openxmlformats.org/officeDocument/2006/relationships" id="2147483653" r:id="R472d28552d1048ef"/>
    <p:sldLayoutId xmlns:r="http://schemas.openxmlformats.org/officeDocument/2006/relationships" id="2147483654" r:id="Rb370cd1e5ef249d5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799bf534ee44d3b" /><Relationship Type="http://schemas.openxmlformats.org/officeDocument/2006/relationships/image" Target="/ppt/media/image.jpeg" Id="R2fe51c08a1894a86" /><Relationship Type="http://schemas.openxmlformats.org/officeDocument/2006/relationships/hyperlink" Target="https://github.com/hugelton/Felucca" TargetMode="External" Id="Re02568774aa04801" /><Relationship Type="http://schemas.openxmlformats.org/officeDocument/2006/relationships/image" Target="/ppt/media/image2.jpeg" Id="R93828dd1bb2c4c62" /><Relationship Type="http://schemas.openxmlformats.org/officeDocument/2006/relationships/image" Target="/ppt/media/image2.svg" Id="R35f76656f56c470b" /><Relationship Type="http://schemas.openxmlformats.org/officeDocument/2006/relationships/notesSlide" Target="/ppt/notesSlides/notesSlide2.xml" Id="R58e2357b0c994e29" /></Relationships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音乐设备的玩法， 正在被用户改写">
            <a:extLst xmlns:a="http://schemas.openxmlformats.org/drawingml/2006/main">
              <a:ext uri="{FF2B5EF4-FFF2-40B4-BE49-F238E27FC236}">
                <a16:creationId xmlns:a16="http://schemas.microsoft.com/office/drawing/2014/main" id="{6285D93A-9BE5-4A5C-A89C-34D1BCD4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36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36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36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36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36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36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36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36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36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6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6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音乐设备的玩法，</a:t>
            </a:r>
            <a:endParaRPr sz="39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6000"/>
              </a:lnSpc>
              <a:buNone/>
              <a:defRPr sz="36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6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正在被用户改写</a:t>
            </a:r>
            <a:endParaRPr sz="39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AI Coding">
            <a:extLst xmlns:a="http://schemas.openxmlformats.org/drawingml/2006/main">
              <a:ext uri="{FF2B5EF4-FFF2-40B4-BE49-F238E27FC236}">
                <a16:creationId xmlns:a16="http://schemas.microsoft.com/office/drawing/2014/main" id="{2A1DFB91-DA23-4BE6-9BFB-C0BC16D9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372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48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48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48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48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48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48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48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48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48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4800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480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AI Coding</a:t>
            </a:r>
            <a:endParaRPr sz="4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让更多创作者参与功能开发">
            <a:extLst xmlns:a="http://schemas.openxmlformats.org/drawingml/2006/main">
              <a:ext uri="{FF2B5EF4-FFF2-40B4-BE49-F238E27FC236}">
                <a16:creationId xmlns:a16="http://schemas.microsoft.com/office/drawing/2014/main" id="{1F83C3CE-CC84-4597-89F8-9DABBE08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537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让更多创作者参与功能开发</a:t>
            </a:r>
            <a:endParaRPr sz="22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一个例子">
            <a:extLst xmlns:a="http://schemas.openxmlformats.org/drawingml/2006/main">
              <a:ext uri="{FF2B5EF4-FFF2-40B4-BE49-F238E27FC236}">
                <a16:creationId xmlns:a16="http://schemas.microsoft.com/office/drawing/2014/main" id="{B896360F-CC21-4B93-9920-B4499AB5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537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一个例子</a:t>
            </a:r>
            <a:endParaRPr sz="16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M-VAVE FM-1 · Felucca">
            <a:extLst xmlns:a="http://schemas.openxmlformats.org/drawingml/2006/main">
              <a:ext uri="{FF2B5EF4-FFF2-40B4-BE49-F238E27FC236}">
                <a16:creationId xmlns:a16="http://schemas.microsoft.com/office/drawing/2014/main" id="{93E4F7A9-2BF9-40E8-A4BE-C9D69F08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537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2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2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2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2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2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2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2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2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2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2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2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M-VAVE FM-1 · Felucca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社区定制固件，明确采用 AI 编程辅助">
            <a:extLst xmlns:a="http://schemas.openxmlformats.org/drawingml/2006/main">
              <a:ext uri="{FF2B5EF4-FFF2-40B4-BE49-F238E27FC236}">
                <a16:creationId xmlns:a16="http://schemas.microsoft.com/office/drawing/2014/main" id="{1FB62BF2-9CA0-4406-9FDA-9D74F0C9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5372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8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8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8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8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8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8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8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8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8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社区定制固件，明确采用 </a:t>
            </a:r>
            <a:r>
              <a:rPr sz="180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AI </a:t>
            </a:r>
            <a:r>
              <a:rPr sz="180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编程辅助</a:t>
            </a:r>
            <a:endParaRPr sz="187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4E28EC-876D-4AF2-8F81-63B110E5ED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e51c08a1894a86"/>
          <a:srcRect xmlns:a="http://schemas.openxmlformats.org/drawingml/2006/main" l="20003" t="0" r="20003" b="69004"/>
          <a:stretch xmlns:a="http://schemas.openxmlformats.org/drawingml/2006/main"/>
        </p:blipFill>
        <p:spPr>
          <a:xfrm xmlns:a="http://schemas.openxmlformats.org/drawingml/2006/main">
            <a:off x="7143750" y="2362200"/>
            <a:ext cx="4438650" cy="27506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1" name="Felucca 项目文档">
            <a:extLst xmlns:a="http://schemas.openxmlformats.org/drawingml/2006/main">
              <a:ext uri="{FF2B5EF4-FFF2-40B4-BE49-F238E27FC236}">
                <a16:creationId xmlns:a16="http://schemas.microsoft.com/office/drawing/2014/main" id="{A57292FD-9257-43EB-8EFF-C8637A0F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1020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6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6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6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6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6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6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6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6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6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50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0" u="sng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  <a:hlinkClick xmlns:r="http://schemas.openxmlformats.org/officeDocument/2006/relationships" r:id="Re02568774aa04801"/>
              </a:rPr>
              <a:t>Felucca 项目文档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4E6808-D395-4364-8EEA-374FDE7B24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828dd1bb2c4c62">
            <a:extLst>
              <a:ext uri="{96DAC541-7B7A-43D3-8B79-37D633B846F1}">
                <asvg:svgBlip xmlns:asvg="http://schemas.microsoft.com/office/drawing/2016/SVG/main" r:embed="R35f76656f56c470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400800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3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55606BC-3455-467F-ADA8-181264B0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284582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1</ns0:Slides>
  <ns0:Notes>0</ns0:Notes>
  <ns0:HiddenSlides>0</ns0:HiddenSlides>
  <ns0:SharedDoc>false</ns0:SharedDoc>
  <ns0:DocSecurity>0</ns0:DocSecurity>
</ns0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2026-10-23T03:35:23.3300000Z</dcterms:created>
  <dcterms:modified xsi:type="dcterms:W3CDTF">2026-10-23T03:35:23.3300000Z</dcterms:modified>
</coreProperties>
</file>