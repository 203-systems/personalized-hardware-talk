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44f7433d70493d" /><Relationship Type="http://schemas.openxmlformats.org/officeDocument/2006/relationships/extended-properties" Target="/docProps/app.xml" Id="R656b9832c93b41ca" /><Relationship Type="http://schemas.openxmlformats.org/officeDocument/2006/relationships/officeDocument" Target="/ppt/presentation.xml" Id="Rd6f11c1e984e4e8c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e4f55805aa674b97"/>
  </p:sldMasterIdLst>
  <p:notesMasterIdLst>
    <p:notesMasterId r:id="R1cc2ac91e12146a2"/>
  </p:notesMasterIdLst>
  <p:sldIdLst>
    <p:sldId id="264" r:id="R3b824d59269841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b10165154d4047ab" /><Relationship Type="http://schemas.openxmlformats.org/officeDocument/2006/relationships/slideMaster" Target="/ppt/slideMasters/slideMaster1.xml" Id="Re4f55805aa674b97" /><Relationship Type="http://schemas.openxmlformats.org/officeDocument/2006/relationships/notesMaster" Target="/ppt/notesMasters/notesMaster1.xml" Id="R1cc2ac91e12146a2" /><Relationship Type="http://schemas.openxmlformats.org/officeDocument/2006/relationships/presProps" Target="/ppt/presProps.xml" Id="R8a6230baf3884fd7" /><Relationship Type="http://schemas.openxmlformats.org/officeDocument/2006/relationships/tableStyles" Target="/ppt/tableStyles.xml" Id="R435d4989fc5844e0" /><Relationship Type="http://schemas.openxmlformats.org/officeDocument/2006/relationships/slide" Target="/ppt/slides/slide9.xml" Id="R3b824d59269841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870db58cf540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484ffc70d74d15" /><Relationship Type="http://schemas.openxmlformats.org/officeDocument/2006/relationships/notesMaster" Target="/ppt/notesMasters/notesMaster1.xml" Id="R13ed4efcf4534abe" /></Relationship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Mystrix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系列提供可编程的网格控制器。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NullPerator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是另一条便携音乐创作产品线，官方页面仍标注项目在开发中，使用经过修改的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PicoTracker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固件。本次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MatrixOS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与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Python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演示基于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Mystrix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，不把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NullPerator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描述为运行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MatrixOS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。接下来的产品方向是更多适合第三方开发的设备、更多工具形态，以及更广的价格覆盖。这些是方向，不在这里发布尚未确定的型号、售价或时间。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https://203.io/products/mystrix-pro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https://203.io/products/operator-deposit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未来产品方向：演讲者提供。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29893ffa248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e28a43015249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da41c1788b42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64b0bd8b3a4f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05b70c4e54421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7cef458c3a4e58" /></Relationships>
</file>

<file path=ppt/slideLayouts/slideLayout1.xml><?xml version="1.0" encoding="utf-8"?>
<p:sldLayout xmlns:p="http://schemas.openxmlformats.org/presentationml/2006/main" type="title" preserve="1">
  <p:cSld name="Title Slid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54F20D1-7BF8-4C57-8E3F-BF97AFA9DA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590920"/>
            <a:ext cx="9753120" cy="990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type="blank" preserve="1">
  <p:cSld name="Title and One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414EEB-128C-4C42-869D-0DFC7C72DE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2978892-73BC-4776-8329-FFAF7EBF629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type="blank" preserve="1">
  <p:cSld name="Blank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6FA7841-BC59-4EA3-AE1E-C3C2AEED1B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4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4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4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AC38521-AFC6-448F-89B2-F8E0D27072B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type="blank" preserve="1">
  <p:cSld name="Title and Two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E96F70F-88B8-4653-A318-BAFB970F3F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9F16385-3C8C-4B99-9961-8944816B02A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F7B2422D-5508-4088-8452-526AF9B5AD2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47712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blank" preserve="1">
  <p:cSld name="Title and Body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78BEE5-3931-4F07-B032-251F95E0BF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CD9A0C9-2BD8-4E8F-B5AE-0E60D050AC7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1082016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 preserve="1">
  <p:cSld name="Section Head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64D5C14-8D1F-4705-AF24-2202E73F10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857680"/>
            <a:ext cx="975312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2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2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2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51da22bca54c82" /><Relationship Type="http://schemas.openxmlformats.org/officeDocument/2006/relationships/slideLayout" Target="/ppt/slideLayouts/slideLayout1.xml" Id="R1820ed41fd064745" /><Relationship Type="http://schemas.openxmlformats.org/officeDocument/2006/relationships/slideLayout" Target="/ppt/slideLayouts/slideLayout2.xml" Id="R3a116a1d3ba24fd5" /><Relationship Type="http://schemas.openxmlformats.org/officeDocument/2006/relationships/slideLayout" Target="/ppt/slideLayouts/slideLayout3.xml" Id="R7c91873f9a6c411a" /><Relationship Type="http://schemas.openxmlformats.org/officeDocument/2006/relationships/slideLayout" Target="/ppt/slideLayouts/slideLayout4.xml" Id="R9fafa4bffdb24d71" /><Relationship Type="http://schemas.openxmlformats.org/officeDocument/2006/relationships/slideLayout" Target="/ppt/slideLayouts/slideLayout5.xml" Id="R472d28552d1048ef" /><Relationship Type="http://schemas.openxmlformats.org/officeDocument/2006/relationships/slideLayout" Target="/ppt/slideLayouts/slideLayout6.xml" Id="Rb370cd1e5ef249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20ed41fd064745"/>
    <p:sldLayoutId xmlns:r="http://schemas.openxmlformats.org/officeDocument/2006/relationships" id="2147483650" r:id="R3a116a1d3ba24fd5"/>
    <p:sldLayoutId xmlns:r="http://schemas.openxmlformats.org/officeDocument/2006/relationships" id="2147483651" r:id="R7c91873f9a6c411a"/>
    <p:sldLayoutId xmlns:r="http://schemas.openxmlformats.org/officeDocument/2006/relationships" id="2147483652" r:id="R9fafa4bffdb24d71"/>
    <p:sldLayoutId xmlns:r="http://schemas.openxmlformats.org/officeDocument/2006/relationships" id="2147483653" r:id="R472d28552d1048ef"/>
    <p:sldLayoutId xmlns:r="http://schemas.openxmlformats.org/officeDocument/2006/relationships" id="2147483654" r:id="Rb370cd1e5ef249d5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307e8b7490c460b" /><Relationship Type="http://schemas.openxmlformats.org/officeDocument/2006/relationships/image" Target="/ppt/media/image7.png" Id="R18f5498f709f403d" /><Relationship Type="http://schemas.openxmlformats.org/officeDocument/2006/relationships/image" Target="/ppt/media/image8.png" Id="R2650d3a6178849b7" /><Relationship Type="http://schemas.openxmlformats.org/officeDocument/2006/relationships/image" Target="/ppt/media/image9.png" Id="R4e79aee4ecbc4949" /><Relationship Type="http://schemas.openxmlformats.org/officeDocument/2006/relationships/image" Target="/ppt/media/image10.svg" Id="R7b2ec487c69f4eb7" /><Relationship Type="http://schemas.openxmlformats.org/officeDocument/2006/relationships/notesSlide" Target="/ppt/notesSlides/notesSlide9.xml" Id="R663a082565894c2d" /></Relationships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203 的产品与下一步">
            <a:extLst xmlns:a="http://schemas.openxmlformats.org/drawingml/2006/main">
              <a:ext uri="{FF2B5EF4-FFF2-40B4-BE49-F238E27FC236}">
                <a16:creationId xmlns:a16="http://schemas.microsoft.com/office/drawing/2014/main" id="{D5BD2DD8-EE86-4899-B582-0F789C7F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33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33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33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33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33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33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33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33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33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3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203 </a:t>
            </a:r>
            <a:r>
              <a:rPr sz="33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的产品与下一步</a:t>
            </a:r>
            <a:endParaRPr sz="34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5267D85-8FFA-45B6-81AE-12E9540961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f5498f709f403d"/>
          <a:stretch xmlns:a="http://schemas.openxmlformats.org/drawingml/2006/main"/>
        </p:blipFill>
        <p:spPr>
          <a:xfrm xmlns:a="http://schemas.openxmlformats.org/drawingml/2006/main">
            <a:off x="609600" y="1752600"/>
            <a:ext cx="3505200" cy="3505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F8E4321-1CCF-4711-9F9E-18D380D01C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50d3a6178849b7"/>
          <a:stretch xmlns:a="http://schemas.openxmlformats.org/drawingml/2006/main"/>
        </p:blipFill>
        <p:spPr>
          <a:xfrm xmlns:a="http://schemas.openxmlformats.org/drawingml/2006/main">
            <a:off x="6210300" y="1752600"/>
            <a:ext cx="3505200" cy="3505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8" name="Mystrix / Mystrix Pro">
            <a:extLst xmlns:a="http://schemas.openxmlformats.org/drawingml/2006/main">
              <a:ext uri="{FF2B5EF4-FFF2-40B4-BE49-F238E27FC236}">
                <a16:creationId xmlns:a16="http://schemas.microsoft.com/office/drawing/2014/main" id="{0BE692D4-9C01-4377-9361-5EECBE38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537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1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Mystrix / Mystrix Pro</a:t>
            </a:r>
            <a:endParaRPr sz="23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可编程网格控制器">
            <a:extLst xmlns:a="http://schemas.openxmlformats.org/drawingml/2006/main">
              <a:ext uri="{FF2B5EF4-FFF2-40B4-BE49-F238E27FC236}">
                <a16:creationId xmlns:a16="http://schemas.microsoft.com/office/drawing/2014/main" id="{387B079F-A2B6-4822-9961-658C8A67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537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5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可编程网格控制器</a:t>
            </a:r>
            <a:endParaRPr sz="187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NullPerator">
            <a:extLst xmlns:a="http://schemas.openxmlformats.org/drawingml/2006/main">
              <a:ext uri="{FF2B5EF4-FFF2-40B4-BE49-F238E27FC236}">
                <a16:creationId xmlns:a16="http://schemas.microsoft.com/office/drawing/2014/main" id="{667F1132-3085-4499-BF56-79F91020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86400"/>
            <a:ext cx="537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1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NullPerator</a:t>
            </a:r>
            <a:endParaRPr sz="23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便携音乐创作设备，持续开发中">
            <a:extLst xmlns:a="http://schemas.openxmlformats.org/drawingml/2006/main">
              <a:ext uri="{FF2B5EF4-FFF2-40B4-BE49-F238E27FC236}">
                <a16:creationId xmlns:a16="http://schemas.microsoft.com/office/drawing/2014/main" id="{39E081D6-B77A-41B9-9BE3-4E9B9BBB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943600"/>
            <a:ext cx="537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5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便携音乐创作设备，持续开发中</a:t>
            </a:r>
            <a:endParaRPr sz="187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E0A8426-0DC5-4E0F-9D22-036962C6CE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79aee4ecbc4949">
            <a:extLst>
              <a:ext uri="{96DAC541-7B7A-43D3-8B79-37D633B846F1}">
                <asvg:svgBlip xmlns:asvg="http://schemas.microsoft.com/office/drawing/2016/SVG/main" r:embed="R7b2ec487c69f4eb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400800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8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B419460-543E-4276-8355-9943E45D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255553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1</ns0:Slides>
  <ns0:Notes>0</ns0:Notes>
  <ns0:HiddenSlides>0</ns0:HiddenSlides>
  <ns0:SharedDoc>false</ns0:SharedDoc>
  <ns0:DocSecurity>0</ns0:DocSecurity>
</ns0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2026-10-23T03:35:23.3300000Z</dcterms:created>
  <dcterms:modified xsi:type="dcterms:W3CDTF">2026-10-23T03:35:23.3300000Z</dcterms:modified>
</coreProperties>
</file>