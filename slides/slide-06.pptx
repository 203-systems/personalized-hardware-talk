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44f7433d70493d" /><Relationship Type="http://schemas.openxmlformats.org/officeDocument/2006/relationships/extended-properties" Target="/docProps/app.xml" Id="R656b9832c93b41ca" /><Relationship Type="http://schemas.openxmlformats.org/officeDocument/2006/relationships/officeDocument" Target="/ppt/presentation.xml" Id="Rd6f11c1e984e4e8c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e4f55805aa674b97"/>
  </p:sldMasterIdLst>
  <p:notesMasterIdLst>
    <p:notesMasterId r:id="R1cc2ac91e12146a2"/>
  </p:notesMasterIdLst>
  <p:sldIdLst>
    <p:sldId id="261" r:id="Rafd06c18f45b48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b10165154d4047ab" /><Relationship Type="http://schemas.openxmlformats.org/officeDocument/2006/relationships/slideMaster" Target="/ppt/slideMasters/slideMaster1.xml" Id="Re4f55805aa674b97" /><Relationship Type="http://schemas.openxmlformats.org/officeDocument/2006/relationships/notesMaster" Target="/ppt/notesMasters/notesMaster1.xml" Id="R1cc2ac91e12146a2" /><Relationship Type="http://schemas.openxmlformats.org/officeDocument/2006/relationships/presProps" Target="/ppt/presProps.xml" Id="R8a6230baf3884fd7" /><Relationship Type="http://schemas.openxmlformats.org/officeDocument/2006/relationships/tableStyles" Target="/ppt/tableStyles.xml" Id="R435d4989fc5844e0" /><Relationship Type="http://schemas.openxmlformats.org/officeDocument/2006/relationships/slide" Target="/ppt/slides/slide6.xml" Id="Rafd06c18f45b48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870db58cf540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6102b495c84c9f" /><Relationship Type="http://schemas.openxmlformats.org/officeDocument/2006/relationships/notesMaster" Target="/ppt/notesMasters/notesMaster1.xml" Id="Rc3b8d32ce9ff4cac" /></Relationship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接下来是整个讲座最考验信仰的两个字。（翻到 Demo，停一拍。）如果它顺利跑起来，请把掌声也分一点给写文档的人。随后进入提前准备好的应用演奏与网页模拟器展示。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029893ffa248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e28a43015249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da41c1788b420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64b0bd8b3a4f3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05b70c4e54421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7cef458c3a4e58" /></Relationships>
</file>

<file path=ppt/slideLayouts/slideLayout1.xml><?xml version="1.0" encoding="utf-8"?>
<p:sldLayout xmlns:p="http://schemas.openxmlformats.org/presentationml/2006/main" type="title" preserve="1">
  <p:cSld name="Title Slide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54F20D1-7BF8-4C57-8E3F-BF97AFA9DA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590920"/>
            <a:ext cx="9753120" cy="990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type="blank" preserve="1">
  <p:cSld name="Title and One Colum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9414EEB-128C-4C42-869D-0DFC7C72DE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42978892-73BC-4776-8329-FFAF7EBF629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type="blank" preserve="1">
  <p:cSld name="Blank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6FA7841-BC59-4EA3-AE1E-C3C2AEED1B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4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4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4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AC38521-AFC6-448F-89B2-F8E0D27072B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1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1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type="blank" preserve="1">
  <p:cSld name="Title and Two Colum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E96F70F-88B8-4653-A318-BAFB970F3F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9F16385-3C8C-4B99-9961-8944816B02A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F7B2422D-5508-4088-8452-526AF9B5AD2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47712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blank" preserve="1">
  <p:cSld name="Title and Body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978BEE5-3931-4F07-B032-251F95E0BF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CD9A0C9-2BD8-4E8F-B5AE-0E60D050AC7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1082016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 preserve="1">
  <p:cSld name="Section Head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64D5C14-8D1F-4705-AF24-2202E73F10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857680"/>
            <a:ext cx="975312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2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2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2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51da22bca54c82" /><Relationship Type="http://schemas.openxmlformats.org/officeDocument/2006/relationships/slideLayout" Target="/ppt/slideLayouts/slideLayout1.xml" Id="R1820ed41fd064745" /><Relationship Type="http://schemas.openxmlformats.org/officeDocument/2006/relationships/slideLayout" Target="/ppt/slideLayouts/slideLayout2.xml" Id="R3a116a1d3ba24fd5" /><Relationship Type="http://schemas.openxmlformats.org/officeDocument/2006/relationships/slideLayout" Target="/ppt/slideLayouts/slideLayout3.xml" Id="R7c91873f9a6c411a" /><Relationship Type="http://schemas.openxmlformats.org/officeDocument/2006/relationships/slideLayout" Target="/ppt/slideLayouts/slideLayout4.xml" Id="R9fafa4bffdb24d71" /><Relationship Type="http://schemas.openxmlformats.org/officeDocument/2006/relationships/slideLayout" Target="/ppt/slideLayouts/slideLayout5.xml" Id="R472d28552d1048ef" /><Relationship Type="http://schemas.openxmlformats.org/officeDocument/2006/relationships/slideLayout" Target="/ppt/slideLayouts/slideLayout6.xml" Id="Rb370cd1e5ef249d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20ed41fd064745"/>
    <p:sldLayoutId xmlns:r="http://schemas.openxmlformats.org/officeDocument/2006/relationships" id="2147483650" r:id="R3a116a1d3ba24fd5"/>
    <p:sldLayoutId xmlns:r="http://schemas.openxmlformats.org/officeDocument/2006/relationships" id="2147483651" r:id="R7c91873f9a6c411a"/>
    <p:sldLayoutId xmlns:r="http://schemas.openxmlformats.org/officeDocument/2006/relationships" id="2147483652" r:id="R9fafa4bffdb24d71"/>
    <p:sldLayoutId xmlns:r="http://schemas.openxmlformats.org/officeDocument/2006/relationships" id="2147483653" r:id="R472d28552d1048ef"/>
    <p:sldLayoutId xmlns:r="http://schemas.openxmlformats.org/officeDocument/2006/relationships" id="2147483654" r:id="Rb370cd1e5ef249d5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a0709b48af47e6" /><Relationship Type="http://schemas.openxmlformats.org/officeDocument/2006/relationships/image" Target="/ppt/media/image6.png" Id="R18afc9e38f4b4468" /><Relationship Type="http://schemas.openxmlformats.org/officeDocument/2006/relationships/image" Target="/ppt/media/image7.svg" Id="Ra65e3be888f844c3" /><Relationship Type="http://schemas.openxmlformats.org/officeDocument/2006/relationships/notesSlide" Target="/ppt/notesSlides/notesSlide6.xml" Id="R7b5dd6213c2d44e1" /></Relationships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emo">
            <a:extLst xmlns:a="http://schemas.openxmlformats.org/drawingml/2006/main">
              <a:ext uri="{FF2B5EF4-FFF2-40B4-BE49-F238E27FC236}">
                <a16:creationId xmlns:a16="http://schemas.microsoft.com/office/drawing/2014/main" id="{5B27F80A-A09F-4B87-AAA5-6204A2E6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81724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 algn="ctr">
              <a:buNone/>
              <a:defRPr sz="7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ctr">
              <a:buNone/>
              <a:defRPr sz="7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ctr">
              <a:buNone/>
              <a:defRPr sz="7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ctr">
              <a:buNone/>
              <a:defRPr sz="7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ctr">
              <a:buNone/>
              <a:defRPr sz="7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ctr">
              <a:buNone/>
              <a:defRPr sz="7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ctr">
              <a:buNone/>
              <a:defRPr sz="7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ctr">
              <a:buNone/>
              <a:defRPr sz="7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ctr">
              <a:buNone/>
              <a:defRPr sz="7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200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Demo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034388-9E6E-4058-9EB7-8246C56244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afc9e38f4b4468">
            <a:extLst>
              <a:ext uri="{96DAC541-7B7A-43D3-8B79-37D633B846F1}">
                <asvg:svgBlip xmlns:asvg="http://schemas.microsoft.com/office/drawing/2016/SVG/main" r:embed="Ra65e3be888f844c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400800"/>
            <a:ext cx="1952625" cy="228220"/>
          </a:xfrm>
          <a:prstGeom xmlns:a="http://schemas.openxmlformats.org/drawingml/2006/main" prst="rect">
            <a:avLst/>
          </a:prstGeom>
        </p:spPr>
      </p:pic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92556F6-259C-406C-9DAC-5D640386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732302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1</ns0:Slides>
  <ns0:Notes>0</ns0:Notes>
  <ns0:HiddenSlides>0</ns0:HiddenSlides>
  <ns0:SharedDoc>false</ns0:SharedDoc>
  <ns0:DocSecurity>0</ns0:DocSecurity>
</ns0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2026-10-23T03:35:23.3300000Z</dcterms:created>
  <dcterms:modified xsi:type="dcterms:W3CDTF">2026-10-23T03:35:23.3300000Z</dcterms:modified>
</coreProperties>
</file>