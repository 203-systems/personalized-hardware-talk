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svg" ContentType="image/svg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244f7433d70493d" /><Relationship Type="http://schemas.openxmlformats.org/officeDocument/2006/relationships/extended-properties" Target="/docProps/app.xml" Id="R656b9832c93b41ca" /><Relationship Type="http://schemas.openxmlformats.org/officeDocument/2006/relationships/officeDocument" Target="/ppt/presentation.xml" Id="Rd6f11c1e984e4e8c" /></Relationships>
</file>

<file path=ppt/presentation.xml><?xml version="1.0" encoding="utf-8"?>
<p:presentation xmlns:p="http://schemas.openxmlformats.org/presentationml/2006/main" xmlns:r="http://schemas.openxmlformats.org/officeDocument/2006/relationships">
  <p:sldMasterIdLst>
    <p:sldMasterId id="2147483648" r:id="Re4f55805aa674b97"/>
  </p:sldMasterIdLst>
  <p:notesMasterIdLst>
    <p:notesMasterId r:id="R1cc2ac91e12146a2"/>
  </p:notesMasterIdLst>
  <p:sldIdLst>
    <p:sldId id="263" r:id="R12e28f628a88492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?>
<Relationships xmlns="http://schemas.openxmlformats.org/package/2006/relationships"><Relationship Type="http://schemas.openxmlformats.org/officeDocument/2006/relationships/theme" Target="/ppt/theme/theme1.xml" Id="Rb10165154d4047ab" /><Relationship Type="http://schemas.openxmlformats.org/officeDocument/2006/relationships/slideMaster" Target="/ppt/slideMasters/slideMaster1.xml" Id="Re4f55805aa674b97" /><Relationship Type="http://schemas.openxmlformats.org/officeDocument/2006/relationships/notesMaster" Target="/ppt/notesMasters/notesMaster1.xml" Id="R1cc2ac91e12146a2" /><Relationship Type="http://schemas.openxmlformats.org/officeDocument/2006/relationships/presProps" Target="/ppt/presProps.xml" Id="R8a6230baf3884fd7" /><Relationship Type="http://schemas.openxmlformats.org/officeDocument/2006/relationships/tableStyles" Target="/ppt/tableStyles.xml" Id="R435d4989fc5844e0" /><Relationship Type="http://schemas.openxmlformats.org/officeDocument/2006/relationships/slide" Target="/ppt/slides/slide8.xml" Id="R12e28f628a88492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1870db58cf5408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12700">
          <a:prstDash val="solid"/>
        </a:ln>
        <a:ln w="19050">
          <a:prstDash val="solid"/>
        </a:ln>
        <a:ln w="254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712c1dd1d184430" /><Relationship Type="http://schemas.openxmlformats.org/officeDocument/2006/relationships/notesMaster" Target="/ppt/notesMasters/notesMaster1.xml" Id="R29d97ab587bb4b62" /></Relationship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这一段保留约两分钟。前二十秒打开网页工具包并介绍浏览器中的 MatrixOS。接下来四十秒，通过提前配置好的本地自动化通道，让 AI 将同一个应用送入模拟器运行。再用四十秒点击演奏，并修改一个明显效果，例如涟漪颜色或扩散速度。最后二十秒强调，没有实物也可以先开始尝试和迭代。本地运行的网页工具包具有自动化桥接，公开静态站点没有这条本地桥接能力。工具包属于测试版，时序、USB、MIDI 和压力等硬件相关行为仍需实机验证。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t/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资料来源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https://matrix.203.io/docs/Developer/MatrixOSDeveloperToolkit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https://matrix.203.io/docs/Developer/PythonApplication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在线体验：https://dev.203.io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/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讲述停顿：没有设备也能先试，先让想法跑起来，钱包可以晚一点参与。（停一拍。）等你知道自己真正想做什么，再选择合适的硬件。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f029893ffa2485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4e28a43015249a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0da41c1788b420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d64b0bd8b3a4f3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f05b70c4e54421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a7cef458c3a4e58" /></Relationships>
</file>

<file path=ppt/slideLayouts/slideLayout1.xml><?xml version="1.0" encoding="utf-8"?>
<p:sldLayout xmlns:p="http://schemas.openxmlformats.org/presentationml/2006/main" type="title" preserve="1">
  <p:cSld name="Title Slide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954F20D1-7BF8-4C57-8E3F-BF97AFA9DA8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320" y="2590920"/>
            <a:ext cx="9753120" cy="990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>
            <a:defPPr>
              <a:defRPr>
                <a:latin typeface="HarmonyOS Sans SC"/>
                <a:ea typeface="HarmonyOS Sans SC"/>
                <a:cs typeface="HarmonyOS Sans SC"/>
              </a:defRPr>
            </a:defPPr>
            <a:lvl1pPr indent="0" algn="l">
              <a:lnSpc>
                <a:spcPct val="90000"/>
              </a:lnSpc>
              <a:buNone/>
              <a:defRPr sz="48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1pPr>
            <a:lvl2pPr>
              <a:buNone/>
              <a:defRPr>
                <a:latin typeface="HarmonyOS Sans SC"/>
                <a:ea typeface="HarmonyOS Sans SC"/>
                <a:cs typeface="HarmonyOS Sans SC"/>
              </a:defRPr>
            </a:lvl2pPr>
            <a:lvl3pPr>
              <a:buNone/>
              <a:defRPr>
                <a:latin typeface="HarmonyOS Sans SC"/>
                <a:ea typeface="HarmonyOS Sans SC"/>
                <a:cs typeface="HarmonyOS Sans SC"/>
              </a:defRPr>
            </a:lvl3pPr>
            <a:lvl4pPr>
              <a:buNone/>
              <a:defRPr>
                <a:latin typeface="HarmonyOS Sans SC"/>
                <a:ea typeface="HarmonyOS Sans SC"/>
                <a:cs typeface="HarmonyOS Sans SC"/>
              </a:defRPr>
            </a:lvl4pPr>
            <a:lvl5pPr>
              <a:buNone/>
              <a:defRPr>
                <a:latin typeface="HarmonyOS Sans SC"/>
                <a:ea typeface="HarmonyOS Sans SC"/>
                <a:cs typeface="HarmonyOS Sans SC"/>
              </a:defRPr>
            </a:lvl5pPr>
            <a:lvl6pPr>
              <a:buNone/>
              <a:defRPr>
                <a:latin typeface="HarmonyOS Sans SC"/>
                <a:ea typeface="HarmonyOS Sans SC"/>
                <a:cs typeface="HarmonyOS Sans SC"/>
              </a:defRPr>
            </a:lvl6pPr>
            <a:lvl7pPr>
              <a:buNone/>
              <a:defRPr>
                <a:latin typeface="HarmonyOS Sans SC"/>
                <a:ea typeface="HarmonyOS Sans SC"/>
                <a:cs typeface="HarmonyOS Sans SC"/>
              </a:defRPr>
            </a:lvl7pPr>
            <a:lvl8pPr>
              <a:buNone/>
              <a:defRPr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indent="0" algn="l">
              <a:lnSpc>
                <a:spcPct val="90000"/>
              </a:lnSpc>
              <a:buNone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48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Click to edit the title text format</a:t>
            </a:r>
            <a:endParaRPr sz="48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</p:txBody>
      </p:sp>
    </p:spTree>
  </p:cSld>
</p:sldLayout>
</file>

<file path=ppt/slideLayouts/slideLayout2.xml><?xml version="1.0" encoding="utf-8"?>
<p:sldLayout xmlns:p="http://schemas.openxmlformats.org/presentationml/2006/main" type="blank" preserve="1">
  <p:cSld name="Title and One Column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D9414EEB-128C-4C42-869D-0DFC7C72DE8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520"/>
            <a:ext cx="10820160" cy="837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defPPr>
              <a:defRPr>
                <a:latin typeface="HarmonyOS Sans SC"/>
                <a:ea typeface="HarmonyOS Sans SC"/>
                <a:cs typeface="HarmonyOS Sans SC"/>
              </a:defRPr>
            </a:defPPr>
            <a:lvl1pPr indent="0" algn="l">
              <a:lnSpc>
                <a:spcPct val="90000"/>
              </a:lnSpc>
              <a:buNone/>
              <a:defRPr sz="33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1pPr>
            <a:lvl2pPr>
              <a:buNone/>
              <a:defRPr>
                <a:latin typeface="HarmonyOS Sans SC"/>
                <a:ea typeface="HarmonyOS Sans SC"/>
                <a:cs typeface="HarmonyOS Sans SC"/>
              </a:defRPr>
            </a:lvl2pPr>
            <a:lvl3pPr>
              <a:buNone/>
              <a:defRPr>
                <a:latin typeface="HarmonyOS Sans SC"/>
                <a:ea typeface="HarmonyOS Sans SC"/>
                <a:cs typeface="HarmonyOS Sans SC"/>
              </a:defRPr>
            </a:lvl3pPr>
            <a:lvl4pPr>
              <a:buNone/>
              <a:defRPr>
                <a:latin typeface="HarmonyOS Sans SC"/>
                <a:ea typeface="HarmonyOS Sans SC"/>
                <a:cs typeface="HarmonyOS Sans SC"/>
              </a:defRPr>
            </a:lvl4pPr>
            <a:lvl5pPr>
              <a:buNone/>
              <a:defRPr>
                <a:latin typeface="HarmonyOS Sans SC"/>
                <a:ea typeface="HarmonyOS Sans SC"/>
                <a:cs typeface="HarmonyOS Sans SC"/>
              </a:defRPr>
            </a:lvl5pPr>
            <a:lvl6pPr>
              <a:buNone/>
              <a:defRPr>
                <a:latin typeface="HarmonyOS Sans SC"/>
                <a:ea typeface="HarmonyOS Sans SC"/>
                <a:cs typeface="HarmonyOS Sans SC"/>
              </a:defRPr>
            </a:lvl6pPr>
            <a:lvl7pPr>
              <a:buNone/>
              <a:defRPr>
                <a:latin typeface="HarmonyOS Sans SC"/>
                <a:ea typeface="HarmonyOS Sans SC"/>
                <a:cs typeface="HarmonyOS Sans SC"/>
              </a:defRPr>
            </a:lvl7pPr>
            <a:lvl8pPr>
              <a:buNone/>
              <a:defRPr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indent="0" algn="l">
              <a:lnSpc>
                <a:spcPct val="90000"/>
              </a:lnSpc>
              <a:buNone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33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Click to edit the title text format</a:t>
            </a:r>
            <a:endParaRPr sz="33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42978892-73BC-4776-8329-FFAF7EBF6290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685800" y="1905120"/>
            <a:ext cx="5028840" cy="4266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defPPr>
              <a:defRPr>
                <a:latin typeface="HarmonyOS Sans SC"/>
                <a:ea typeface="HarmonyOS Sans SC"/>
                <a:cs typeface="HarmonyOS Sans SC"/>
              </a:defRPr>
            </a:defPPr>
            <a:lvl1pPr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1pPr>
            <a:lvl2pPr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2pPr>
            <a:lvl3pPr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3pPr>
            <a:lvl4pPr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4pPr>
            <a:lvl5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5pPr>
            <a:lvl6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6pPr>
            <a:lvl7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7pPr>
            <a:lvl8pPr>
              <a:buNone/>
              <a:defRPr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marL="228600" indent="-228600"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25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Click to edit the outline text format</a:t>
            </a:r>
            <a:endParaRPr sz="225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533520" lvl="1" indent="-228600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25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Second Outline Level</a:t>
            </a:r>
            <a:endParaRPr sz="225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838080" lvl="2" indent="-228600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25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Third Outline Level</a:t>
            </a:r>
            <a:endParaRPr sz="225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1143000" lvl="3" indent="-228600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25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Fourth Outline Level</a:t>
            </a:r>
            <a:endParaRPr sz="225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1447920" lvl="4" indent="-2286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25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Fifth Outline Level</a:t>
            </a:r>
            <a:endParaRPr sz="225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1752480" lvl="5" indent="-2286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25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Sixth Outline Level</a:t>
            </a:r>
            <a:endParaRPr sz="225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2057400" lvl="6" indent="-2286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25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Seventh Outline Level</a:t>
            </a:r>
            <a:endParaRPr sz="225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</p:txBody>
      </p:sp>
    </p:spTree>
  </p:cSld>
</p:sldLayout>
</file>

<file path=ppt/slideLayouts/slideLayout3.xml><?xml version="1.0" encoding="utf-8"?>
<p:sldLayout xmlns:p="http://schemas.openxmlformats.org/presentationml/2006/main" type="blank" preserve="1">
  <p:cSld name="Blank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F6FA7841-BC59-4EA3-AE1E-C3C2AEED1B4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480" y="273600"/>
            <a:ext cx="10972440" cy="114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>
                <a:latin typeface="HarmonyOS Sans SC"/>
                <a:ea typeface="HarmonyOS Sans SC"/>
                <a:cs typeface="HarmonyOS Sans SC"/>
              </a:defRPr>
            </a:defPPr>
            <a:lvl1pPr indent="0" algn="l">
              <a:lnSpc>
                <a:spcPct val="90000"/>
              </a:lnSpc>
              <a:buNone/>
              <a:defRPr sz="44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1pPr>
            <a:lvl2pPr>
              <a:buNone/>
              <a:defRPr>
                <a:latin typeface="HarmonyOS Sans SC"/>
                <a:ea typeface="HarmonyOS Sans SC"/>
                <a:cs typeface="HarmonyOS Sans SC"/>
              </a:defRPr>
            </a:lvl2pPr>
            <a:lvl3pPr>
              <a:buNone/>
              <a:defRPr>
                <a:latin typeface="HarmonyOS Sans SC"/>
                <a:ea typeface="HarmonyOS Sans SC"/>
                <a:cs typeface="HarmonyOS Sans SC"/>
              </a:defRPr>
            </a:lvl3pPr>
            <a:lvl4pPr>
              <a:buNone/>
              <a:defRPr>
                <a:latin typeface="HarmonyOS Sans SC"/>
                <a:ea typeface="HarmonyOS Sans SC"/>
                <a:cs typeface="HarmonyOS Sans SC"/>
              </a:defRPr>
            </a:lvl4pPr>
            <a:lvl5pPr>
              <a:buNone/>
              <a:defRPr>
                <a:latin typeface="HarmonyOS Sans SC"/>
                <a:ea typeface="HarmonyOS Sans SC"/>
                <a:cs typeface="HarmonyOS Sans SC"/>
              </a:defRPr>
            </a:lvl5pPr>
            <a:lvl6pPr>
              <a:buNone/>
              <a:defRPr>
                <a:latin typeface="HarmonyOS Sans SC"/>
                <a:ea typeface="HarmonyOS Sans SC"/>
                <a:cs typeface="HarmonyOS Sans SC"/>
              </a:defRPr>
            </a:lvl6pPr>
            <a:lvl7pPr>
              <a:buNone/>
              <a:defRPr>
                <a:latin typeface="HarmonyOS Sans SC"/>
                <a:ea typeface="HarmonyOS Sans SC"/>
                <a:cs typeface="HarmonyOS Sans SC"/>
              </a:defRPr>
            </a:lvl7pPr>
            <a:lvl8pPr>
              <a:buNone/>
              <a:defRPr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indent="0" algn="l">
              <a:lnSpc>
                <a:spcPct val="90000"/>
              </a:lnSpc>
              <a:buNone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44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Click to edit the title text format</a:t>
            </a:r>
            <a:endParaRPr sz="44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5AC38521-AFC6-448F-89B2-F8E0D27072BF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609480" y="1604520"/>
            <a:ext cx="10972440" cy="3977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defPPr>
              <a:defRPr>
                <a:latin typeface="HarmonyOS Sans SC"/>
                <a:ea typeface="HarmonyOS Sans SC"/>
                <a:cs typeface="HarmonyOS Sans SC"/>
              </a:defRPr>
            </a:defPPr>
            <a:lvl1pPr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 sz="28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1pPr>
            <a:lvl2pPr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 sz="20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2pPr>
            <a:lvl3pPr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 sz="18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3pPr>
            <a:lvl4pPr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 sz="18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4pPr>
            <a:lvl5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0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5pPr>
            <a:lvl6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0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6pPr>
            <a:lvl7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0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7pPr>
            <a:lvl8pPr>
              <a:buNone/>
              <a:defRPr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marL="432000" indent="-324000"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8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Click to edit the outline text format</a:t>
            </a:r>
            <a:endParaRPr sz="28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864000" lvl="1" indent="-324000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0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Second Outline Level</a:t>
            </a:r>
            <a:endParaRPr sz="20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1296000" lvl="2" indent="-288000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18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Third Outline Level</a:t>
            </a:r>
            <a:endParaRPr sz="18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1728000" lvl="3" indent="-216000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18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Fourth Outline Level</a:t>
            </a:r>
            <a:endParaRPr sz="18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2160000" lvl="4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0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Fifth Outline Level</a:t>
            </a:r>
            <a:endParaRPr sz="20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2592000" lvl="5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0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Sixth Outline Level</a:t>
            </a:r>
            <a:endParaRPr sz="20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3024000" lvl="6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0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Seventh Outline Level</a:t>
            </a:r>
            <a:endParaRPr sz="20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</p:txBody>
      </p:sp>
    </p:spTree>
  </p:cSld>
</p:sldLayout>
</file>

<file path=ppt/slideLayouts/slideLayout4.xml><?xml version="1.0" encoding="utf-8"?>
<p:sldLayout xmlns:p="http://schemas.openxmlformats.org/presentationml/2006/main" type="blank" preserve="1">
  <p:cSld name="Title and Two Column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2E96F70F-88B8-4653-A318-BAFB970F3FF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520"/>
            <a:ext cx="10820160" cy="837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defPPr>
              <a:defRPr>
                <a:latin typeface="HarmonyOS Sans SC"/>
                <a:ea typeface="HarmonyOS Sans SC"/>
                <a:cs typeface="HarmonyOS Sans SC"/>
              </a:defRPr>
            </a:defPPr>
            <a:lvl1pPr indent="0" algn="l">
              <a:lnSpc>
                <a:spcPct val="90000"/>
              </a:lnSpc>
              <a:buNone/>
              <a:defRPr sz="33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1pPr>
            <a:lvl2pPr>
              <a:buNone/>
              <a:defRPr>
                <a:latin typeface="HarmonyOS Sans SC"/>
                <a:ea typeface="HarmonyOS Sans SC"/>
                <a:cs typeface="HarmonyOS Sans SC"/>
              </a:defRPr>
            </a:lvl2pPr>
            <a:lvl3pPr>
              <a:buNone/>
              <a:defRPr>
                <a:latin typeface="HarmonyOS Sans SC"/>
                <a:ea typeface="HarmonyOS Sans SC"/>
                <a:cs typeface="HarmonyOS Sans SC"/>
              </a:defRPr>
            </a:lvl3pPr>
            <a:lvl4pPr>
              <a:buNone/>
              <a:defRPr>
                <a:latin typeface="HarmonyOS Sans SC"/>
                <a:ea typeface="HarmonyOS Sans SC"/>
                <a:cs typeface="HarmonyOS Sans SC"/>
              </a:defRPr>
            </a:lvl4pPr>
            <a:lvl5pPr>
              <a:buNone/>
              <a:defRPr>
                <a:latin typeface="HarmonyOS Sans SC"/>
                <a:ea typeface="HarmonyOS Sans SC"/>
                <a:cs typeface="HarmonyOS Sans SC"/>
              </a:defRPr>
            </a:lvl5pPr>
            <a:lvl6pPr>
              <a:buNone/>
              <a:defRPr>
                <a:latin typeface="HarmonyOS Sans SC"/>
                <a:ea typeface="HarmonyOS Sans SC"/>
                <a:cs typeface="HarmonyOS Sans SC"/>
              </a:defRPr>
            </a:lvl6pPr>
            <a:lvl7pPr>
              <a:buNone/>
              <a:defRPr>
                <a:latin typeface="HarmonyOS Sans SC"/>
                <a:ea typeface="HarmonyOS Sans SC"/>
                <a:cs typeface="HarmonyOS Sans SC"/>
              </a:defRPr>
            </a:lvl7pPr>
            <a:lvl8pPr>
              <a:buNone/>
              <a:defRPr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indent="0" algn="l">
              <a:lnSpc>
                <a:spcPct val="90000"/>
              </a:lnSpc>
              <a:buNone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33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Click to edit the title text format</a:t>
            </a:r>
            <a:endParaRPr sz="33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89F16385-3C8C-4B99-9961-8944816B02A6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685800" y="1905120"/>
            <a:ext cx="5028840" cy="4266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defPPr>
              <a:defRPr>
                <a:latin typeface="HarmonyOS Sans SC"/>
                <a:ea typeface="HarmonyOS Sans SC"/>
                <a:cs typeface="HarmonyOS Sans SC"/>
              </a:defRPr>
            </a:defPPr>
            <a:lvl1pPr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1pPr>
            <a:lvl2pPr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2pPr>
            <a:lvl3pPr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3pPr>
            <a:lvl4pPr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4pPr>
            <a:lvl5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5pPr>
            <a:lvl6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6pPr>
            <a:lvl7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7pPr>
            <a:lvl8pPr>
              <a:buNone/>
              <a:defRPr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marL="228600" indent="-228600"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1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Click to edit the outline text format</a:t>
            </a:r>
            <a:endParaRPr sz="21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533520" lvl="1" indent="-228600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1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Second Outline Level</a:t>
            </a:r>
            <a:endParaRPr sz="21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838080" lvl="2" indent="-228600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1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Third Outline Level</a:t>
            </a:r>
            <a:endParaRPr sz="21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1143000" lvl="3" indent="-228600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1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Fourth Outline Level</a:t>
            </a:r>
            <a:endParaRPr sz="21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1447920" lvl="4" indent="-2286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1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Fifth Outline Level</a:t>
            </a:r>
            <a:endParaRPr sz="21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1752480" lvl="5" indent="-2286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1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Sixth Outline Level</a:t>
            </a:r>
            <a:endParaRPr sz="21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2057400" lvl="6" indent="-2286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1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Seventh Outline Level</a:t>
            </a:r>
            <a:endParaRPr sz="21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9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F7B2422D-5508-4088-8452-526AF9B5AD22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6477120" y="1905120"/>
            <a:ext cx="5028840" cy="4266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defPPr>
              <a:defRPr>
                <a:latin typeface="HarmonyOS Sans SC"/>
                <a:ea typeface="HarmonyOS Sans SC"/>
                <a:cs typeface="HarmonyOS Sans SC"/>
              </a:defRPr>
            </a:defPPr>
            <a:lvl1pPr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1pPr>
            <a:lvl2pPr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2pPr>
            <a:lvl3pPr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3pPr>
            <a:lvl4pPr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4pPr>
            <a:lvl5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5pPr>
            <a:lvl6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6pPr>
            <a:lvl7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7pPr>
            <a:lvl8pPr>
              <a:buNone/>
              <a:defRPr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marL="228600" indent="-228600"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1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Click to edit the outline text format</a:t>
            </a:r>
            <a:endParaRPr sz="21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533520" lvl="1" indent="-228600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1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Second Outline Level</a:t>
            </a:r>
            <a:endParaRPr sz="21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838080" lvl="2" indent="-228600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1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Third Outline Level</a:t>
            </a:r>
            <a:endParaRPr sz="21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1143000" lvl="3" indent="-228600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1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Fourth Outline Level</a:t>
            </a:r>
            <a:endParaRPr sz="21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1447920" lvl="4" indent="-2286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1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Fifth Outline Level</a:t>
            </a:r>
            <a:endParaRPr sz="21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1752480" lvl="5" indent="-2286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1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Sixth Outline Level</a:t>
            </a:r>
            <a:endParaRPr sz="21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2057400" lvl="6" indent="-2286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1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Seventh Outline Level</a:t>
            </a:r>
            <a:endParaRPr sz="21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</p:txBody>
      </p:sp>
    </p:spTree>
  </p:cSld>
</p:sldLayout>
</file>

<file path=ppt/slideLayouts/slideLayout5.xml><?xml version="1.0" encoding="utf-8"?>
<p:sldLayout xmlns:p="http://schemas.openxmlformats.org/presentationml/2006/main" type="blank" preserve="1">
  <p:cSld name="Title and Body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D978BEE5-3931-4F07-B032-251F95E0BFB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520"/>
            <a:ext cx="10820160" cy="837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defPPr>
              <a:defRPr>
                <a:latin typeface="HarmonyOS Sans SC"/>
                <a:ea typeface="HarmonyOS Sans SC"/>
                <a:cs typeface="HarmonyOS Sans SC"/>
              </a:defRPr>
            </a:defPPr>
            <a:lvl1pPr indent="0" algn="l">
              <a:lnSpc>
                <a:spcPct val="90000"/>
              </a:lnSpc>
              <a:buNone/>
              <a:defRPr sz="33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1pPr>
            <a:lvl2pPr>
              <a:buNone/>
              <a:defRPr>
                <a:latin typeface="HarmonyOS Sans SC"/>
                <a:ea typeface="HarmonyOS Sans SC"/>
                <a:cs typeface="HarmonyOS Sans SC"/>
              </a:defRPr>
            </a:lvl2pPr>
            <a:lvl3pPr>
              <a:buNone/>
              <a:defRPr>
                <a:latin typeface="HarmonyOS Sans SC"/>
                <a:ea typeface="HarmonyOS Sans SC"/>
                <a:cs typeface="HarmonyOS Sans SC"/>
              </a:defRPr>
            </a:lvl3pPr>
            <a:lvl4pPr>
              <a:buNone/>
              <a:defRPr>
                <a:latin typeface="HarmonyOS Sans SC"/>
                <a:ea typeface="HarmonyOS Sans SC"/>
                <a:cs typeface="HarmonyOS Sans SC"/>
              </a:defRPr>
            </a:lvl4pPr>
            <a:lvl5pPr>
              <a:buNone/>
              <a:defRPr>
                <a:latin typeface="HarmonyOS Sans SC"/>
                <a:ea typeface="HarmonyOS Sans SC"/>
                <a:cs typeface="HarmonyOS Sans SC"/>
              </a:defRPr>
            </a:lvl5pPr>
            <a:lvl6pPr>
              <a:buNone/>
              <a:defRPr>
                <a:latin typeface="HarmonyOS Sans SC"/>
                <a:ea typeface="HarmonyOS Sans SC"/>
                <a:cs typeface="HarmonyOS Sans SC"/>
              </a:defRPr>
            </a:lvl6pPr>
            <a:lvl7pPr>
              <a:buNone/>
              <a:defRPr>
                <a:latin typeface="HarmonyOS Sans SC"/>
                <a:ea typeface="HarmonyOS Sans SC"/>
                <a:cs typeface="HarmonyOS Sans SC"/>
              </a:defRPr>
            </a:lvl7pPr>
            <a:lvl8pPr>
              <a:buNone/>
              <a:defRPr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indent="0" algn="l">
              <a:lnSpc>
                <a:spcPct val="90000"/>
              </a:lnSpc>
              <a:buNone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33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Click to edit the title text format</a:t>
            </a:r>
            <a:endParaRPr sz="33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1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0CD9A0C9-2BD8-4E8F-B5AE-0E60D050AC74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685800" y="1905120"/>
            <a:ext cx="10820160" cy="4266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defPPr>
              <a:defRPr>
                <a:latin typeface="HarmonyOS Sans SC"/>
                <a:ea typeface="HarmonyOS Sans SC"/>
                <a:cs typeface="HarmonyOS Sans SC"/>
              </a:defRPr>
            </a:defPPr>
            <a:lvl1pPr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1pPr>
            <a:lvl2pPr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2pPr>
            <a:lvl3pPr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3pPr>
            <a:lvl4pPr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4pPr>
            <a:lvl5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5pPr>
            <a:lvl6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6pPr>
            <a:lvl7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7pPr>
            <a:lvl8pPr>
              <a:buNone/>
              <a:defRPr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marL="228600" indent="-228600"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25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Click to edit the outline text format</a:t>
            </a:r>
            <a:endParaRPr sz="225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533520" lvl="1" indent="-228600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25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Second Outline Level</a:t>
            </a:r>
            <a:endParaRPr sz="225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838080" lvl="2" indent="-228600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25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Third Outline Level</a:t>
            </a:r>
            <a:endParaRPr sz="225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1143000" lvl="3" indent="-228600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25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Fourth Outline Level</a:t>
            </a:r>
            <a:endParaRPr sz="225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1447920" lvl="4" indent="-2286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25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Fifth Outline Level</a:t>
            </a:r>
            <a:endParaRPr sz="225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1752480" lvl="5" indent="-2286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25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Sixth Outline Level</a:t>
            </a:r>
            <a:endParaRPr sz="225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2057400" lvl="6" indent="-2286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25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Seventh Outline Level</a:t>
            </a:r>
            <a:endParaRPr sz="225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</p:txBody>
      </p:sp>
    </p:spTree>
  </p:cSld>
</p:sldLayout>
</file>

<file path=ppt/slideLayouts/slideLayout6.xml><?xml version="1.0" encoding="utf-8"?>
<p:sldLayout xmlns:p="http://schemas.openxmlformats.org/presentationml/2006/main" type="blank" preserve="1">
  <p:cSld name="Section Header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364D5C14-8D1F-4705-AF24-2202E73F10A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320" y="2857680"/>
            <a:ext cx="9753120" cy="1142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>
            <a:defPPr>
              <a:defRPr>
                <a:latin typeface="HarmonyOS Sans SC"/>
                <a:ea typeface="HarmonyOS Sans SC"/>
                <a:cs typeface="HarmonyOS Sans SC"/>
              </a:defRPr>
            </a:defPPr>
            <a:lvl1pPr indent="0" algn="l">
              <a:lnSpc>
                <a:spcPct val="90000"/>
              </a:lnSpc>
              <a:buNone/>
              <a:defRPr sz="42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1pPr>
            <a:lvl2pPr>
              <a:buNone/>
              <a:defRPr>
                <a:latin typeface="HarmonyOS Sans SC"/>
                <a:ea typeface="HarmonyOS Sans SC"/>
                <a:cs typeface="HarmonyOS Sans SC"/>
              </a:defRPr>
            </a:lvl2pPr>
            <a:lvl3pPr>
              <a:buNone/>
              <a:defRPr>
                <a:latin typeface="HarmonyOS Sans SC"/>
                <a:ea typeface="HarmonyOS Sans SC"/>
                <a:cs typeface="HarmonyOS Sans SC"/>
              </a:defRPr>
            </a:lvl3pPr>
            <a:lvl4pPr>
              <a:buNone/>
              <a:defRPr>
                <a:latin typeface="HarmonyOS Sans SC"/>
                <a:ea typeface="HarmonyOS Sans SC"/>
                <a:cs typeface="HarmonyOS Sans SC"/>
              </a:defRPr>
            </a:lvl4pPr>
            <a:lvl5pPr>
              <a:buNone/>
              <a:defRPr>
                <a:latin typeface="HarmonyOS Sans SC"/>
                <a:ea typeface="HarmonyOS Sans SC"/>
                <a:cs typeface="HarmonyOS Sans SC"/>
              </a:defRPr>
            </a:lvl5pPr>
            <a:lvl6pPr>
              <a:buNone/>
              <a:defRPr>
                <a:latin typeface="HarmonyOS Sans SC"/>
                <a:ea typeface="HarmonyOS Sans SC"/>
                <a:cs typeface="HarmonyOS Sans SC"/>
              </a:defRPr>
            </a:lvl6pPr>
            <a:lvl7pPr>
              <a:buNone/>
              <a:defRPr>
                <a:latin typeface="HarmonyOS Sans SC"/>
                <a:ea typeface="HarmonyOS Sans SC"/>
                <a:cs typeface="HarmonyOS Sans SC"/>
              </a:defRPr>
            </a:lvl7pPr>
            <a:lvl8pPr>
              <a:buNone/>
              <a:defRPr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indent="0" algn="l">
              <a:lnSpc>
                <a:spcPct val="90000"/>
              </a:lnSpc>
              <a:buNone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42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Click to edit the title text format</a:t>
            </a:r>
            <a:endParaRPr sz="42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e51da22bca54c82" /><Relationship Type="http://schemas.openxmlformats.org/officeDocument/2006/relationships/slideLayout" Target="/ppt/slideLayouts/slideLayout1.xml" Id="R1820ed41fd064745" /><Relationship Type="http://schemas.openxmlformats.org/officeDocument/2006/relationships/slideLayout" Target="/ppt/slideLayouts/slideLayout2.xml" Id="R3a116a1d3ba24fd5" /><Relationship Type="http://schemas.openxmlformats.org/officeDocument/2006/relationships/slideLayout" Target="/ppt/slideLayouts/slideLayout3.xml" Id="R7c91873f9a6c411a" /><Relationship Type="http://schemas.openxmlformats.org/officeDocument/2006/relationships/slideLayout" Target="/ppt/slideLayouts/slideLayout4.xml" Id="R9fafa4bffdb24d71" /><Relationship Type="http://schemas.openxmlformats.org/officeDocument/2006/relationships/slideLayout" Target="/ppt/slideLayouts/slideLayout5.xml" Id="R472d28552d1048ef" /><Relationship Type="http://schemas.openxmlformats.org/officeDocument/2006/relationships/slideLayout" Target="/ppt/slideLayouts/slideLayout6.xml" Id="Rb370cd1e5ef249d5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820ed41fd064745"/>
    <p:sldLayoutId xmlns:r="http://schemas.openxmlformats.org/officeDocument/2006/relationships" id="2147483650" r:id="R3a116a1d3ba24fd5"/>
    <p:sldLayoutId xmlns:r="http://schemas.openxmlformats.org/officeDocument/2006/relationships" id="2147483651" r:id="R7c91873f9a6c411a"/>
    <p:sldLayoutId xmlns:r="http://schemas.openxmlformats.org/officeDocument/2006/relationships" id="2147483652" r:id="R9fafa4bffdb24d71"/>
    <p:sldLayoutId xmlns:r="http://schemas.openxmlformats.org/officeDocument/2006/relationships" id="2147483653" r:id="R472d28552d1048ef"/>
    <p:sldLayoutId xmlns:r="http://schemas.openxmlformats.org/officeDocument/2006/relationships" id="2147483654" r:id="Rb370cd1e5ef249d5"/>
  </p:sldLayoutIdLst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12700">
          <a:prstDash val="solid"/>
        </a:ln>
        <a:ln w="19050">
          <a:prstDash val="solid"/>
        </a:ln>
        <a:ln w="254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15e129b6f4454510" /><Relationship Type="http://schemas.openxmlformats.org/officeDocument/2006/relationships/hyperlink" Target="https://dev.203.io/" TargetMode="External" Id="R9c00d23e17724f4e" /><Relationship Type="http://schemas.openxmlformats.org/officeDocument/2006/relationships/image" Target="/ppt/media/image8.png" Id="R31a7e186a2bd41c1" /><Relationship Type="http://schemas.openxmlformats.org/officeDocument/2006/relationships/image" Target="/ppt/media/image9.svg" Id="R58b2d26f89ad4208" /><Relationship Type="http://schemas.openxmlformats.org/officeDocument/2006/relationships/notesSlide" Target="/ppt/notesSlides/notesSlide8.xml" Id="R28c9658870f44a90" /></Relationships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010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9" name="演示二">
            <a:extLst xmlns:a="http://schemas.openxmlformats.org/drawingml/2006/main">
              <a:ext uri="{FF2B5EF4-FFF2-40B4-BE49-F238E27FC236}">
                <a16:creationId xmlns:a16="http://schemas.microsoft.com/office/drawing/2014/main" id="{A6E079FF-A811-4FBF-8F2C-2A9D075CA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80" y="514440"/>
            <a:ext cx="3333240" cy="313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>
                <a:latin typeface="HarmonyOS Sans SC"/>
                <a:ea typeface="HarmonyOS Sans SC"/>
                <a:cs typeface="HarmonyOS Sans SC"/>
              </a:defRPr>
            </a:defPPr>
            <a:lvl1pPr>
              <a:buNone/>
              <a:defRPr>
                <a:latin typeface="HarmonyOS Sans SC"/>
                <a:ea typeface="HarmonyOS Sans SC"/>
                <a:cs typeface="HarmonyOS Sans SC"/>
              </a:defRPr>
            </a:lvl1pPr>
            <a:lvl2pPr>
              <a:buNone/>
              <a:defRPr>
                <a:latin typeface="HarmonyOS Sans SC"/>
                <a:ea typeface="HarmonyOS Sans SC"/>
                <a:cs typeface="HarmonyOS Sans SC"/>
              </a:defRPr>
            </a:lvl2pPr>
            <a:lvl3pPr>
              <a:buNone/>
              <a:defRPr>
                <a:latin typeface="HarmonyOS Sans SC"/>
                <a:ea typeface="HarmonyOS Sans SC"/>
                <a:cs typeface="HarmonyOS Sans SC"/>
              </a:defRPr>
            </a:lvl3pPr>
            <a:lvl4pPr>
              <a:buNone/>
              <a:defRPr>
                <a:latin typeface="HarmonyOS Sans SC"/>
                <a:ea typeface="HarmonyOS Sans SC"/>
                <a:cs typeface="HarmonyOS Sans SC"/>
              </a:defRPr>
            </a:lvl4pPr>
            <a:lvl5pPr>
              <a:buNone/>
              <a:defRPr>
                <a:latin typeface="HarmonyOS Sans SC"/>
                <a:ea typeface="HarmonyOS Sans SC"/>
                <a:cs typeface="HarmonyOS Sans SC"/>
              </a:defRPr>
            </a:lvl5pPr>
            <a:lvl6pPr>
              <a:buNone/>
              <a:defRPr>
                <a:latin typeface="HarmonyOS Sans SC"/>
                <a:ea typeface="HarmonyOS Sans SC"/>
                <a:cs typeface="HarmonyOS Sans SC"/>
              </a:defRPr>
            </a:lvl6pPr>
            <a:lvl7pPr>
              <a:buNone/>
              <a:defRPr>
                <a:latin typeface="HarmonyOS Sans SC"/>
                <a:ea typeface="HarmonyOS Sans SC"/>
                <a:cs typeface="HarmonyOS Sans SC"/>
              </a:defRPr>
            </a:lvl7pPr>
            <a:lvl8pPr>
              <a:buNone/>
              <a:defRPr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1729" b="1" u="none" strike="noStrike">
                <a:solidFill>
                  <a:srgbClr val="ED4EC4"/>
                </a:solidFill>
                <a:latin typeface="HarmonyOS Sans SC"/>
                <a:ea typeface="HarmonyOS Sans SC"/>
                <a:cs typeface="HarmonyOS Sans SC"/>
              </a:rPr>
              <a:t>演示二</a:t>
            </a:r>
            <a:endParaRPr sz="1729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0" name="同一个应用， 在浏览器里运行">
            <a:extLst xmlns:a="http://schemas.openxmlformats.org/drawingml/2006/main">
              <a:ext uri="{FF2B5EF4-FFF2-40B4-BE49-F238E27FC236}">
                <a16:creationId xmlns:a16="http://schemas.microsoft.com/office/drawing/2014/main" id="{690B2F07-BE4F-4900-98CD-8D4BCADE6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80" y="1152360"/>
            <a:ext cx="10953360" cy="1390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>
                <a:latin typeface="HarmonyOS Sans SC"/>
                <a:ea typeface="HarmonyOS Sans SC"/>
                <a:cs typeface="HarmonyOS Sans SC"/>
              </a:defRPr>
            </a:defPPr>
            <a:lvl1pPr>
              <a:buNone/>
              <a:defRPr>
                <a:latin typeface="HarmonyOS Sans SC"/>
                <a:ea typeface="HarmonyOS Sans SC"/>
                <a:cs typeface="HarmonyOS Sans SC"/>
              </a:defRPr>
            </a:lvl1pPr>
            <a:lvl2pPr>
              <a:buNone/>
              <a:defRPr>
                <a:latin typeface="HarmonyOS Sans SC"/>
                <a:ea typeface="HarmonyOS Sans SC"/>
                <a:cs typeface="HarmonyOS Sans SC"/>
              </a:defRPr>
            </a:lvl2pPr>
            <a:lvl3pPr>
              <a:buNone/>
              <a:defRPr>
                <a:latin typeface="HarmonyOS Sans SC"/>
                <a:ea typeface="HarmonyOS Sans SC"/>
                <a:cs typeface="HarmonyOS Sans SC"/>
              </a:defRPr>
            </a:lvl3pPr>
            <a:lvl4pPr>
              <a:buNone/>
              <a:defRPr>
                <a:latin typeface="HarmonyOS Sans SC"/>
                <a:ea typeface="HarmonyOS Sans SC"/>
                <a:cs typeface="HarmonyOS Sans SC"/>
              </a:defRPr>
            </a:lvl4pPr>
            <a:lvl5pPr>
              <a:buNone/>
              <a:defRPr>
                <a:latin typeface="HarmonyOS Sans SC"/>
                <a:ea typeface="HarmonyOS Sans SC"/>
                <a:cs typeface="HarmonyOS Sans SC"/>
              </a:defRPr>
            </a:lvl5pPr>
            <a:lvl6pPr>
              <a:buNone/>
              <a:defRPr>
                <a:latin typeface="HarmonyOS Sans SC"/>
                <a:ea typeface="HarmonyOS Sans SC"/>
                <a:cs typeface="HarmonyOS Sans SC"/>
              </a:defRPr>
            </a:lvl6pPr>
            <a:lvl7pPr>
              <a:buNone/>
              <a:defRPr>
                <a:latin typeface="HarmonyOS Sans SC"/>
                <a:ea typeface="HarmonyOS Sans SC"/>
                <a:cs typeface="HarmonyOS Sans SC"/>
              </a:defRPr>
            </a:lvl7pPr>
            <a:lvl8pPr>
              <a:buNone/>
              <a:defRPr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4200" b="1" u="none" strike="noStrike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rPr>
              <a:t>同一个应用，</a:t>
            </a:r>
            <a:endParaRPr sz="420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>
              <a:lnSpc>
                <a:spcPct val="116000"/>
              </a:lnSpc>
              <a:buNone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4200" b="1" u="none" strike="noStrike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rPr>
              <a:t>在浏览器里运行</a:t>
            </a:r>
            <a:endParaRPr sz="420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1" name="dev.203.io">
            <a:extLst xmlns:a="http://schemas.openxmlformats.org/drawingml/2006/main">
              <a:ext uri="{FF2B5EF4-FFF2-40B4-BE49-F238E27FC236}">
                <a16:creationId xmlns:a16="http://schemas.microsoft.com/office/drawing/2014/main" id="{83B431F7-3255-485B-A67E-AFB2AB893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480" y="3067200"/>
            <a:ext cx="10762920" cy="1199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>
                <a:latin typeface="HarmonyOS Sans SC"/>
                <a:ea typeface="HarmonyOS Sans SC"/>
                <a:cs typeface="HarmonyOS Sans SC"/>
              </a:defRPr>
            </a:defPPr>
            <a:lvl1pPr>
              <a:buNone/>
              <a:defRPr>
                <a:latin typeface="HarmonyOS Sans SC"/>
                <a:ea typeface="HarmonyOS Sans SC"/>
                <a:cs typeface="HarmonyOS Sans SC"/>
              </a:defRPr>
            </a:lvl1pPr>
            <a:lvl2pPr>
              <a:buNone/>
              <a:defRPr>
                <a:latin typeface="HarmonyOS Sans SC"/>
                <a:ea typeface="HarmonyOS Sans SC"/>
                <a:cs typeface="HarmonyOS Sans SC"/>
              </a:defRPr>
            </a:lvl2pPr>
            <a:lvl3pPr>
              <a:buNone/>
              <a:defRPr>
                <a:latin typeface="HarmonyOS Sans SC"/>
                <a:ea typeface="HarmonyOS Sans SC"/>
                <a:cs typeface="HarmonyOS Sans SC"/>
              </a:defRPr>
            </a:lvl3pPr>
            <a:lvl4pPr>
              <a:buNone/>
              <a:defRPr>
                <a:latin typeface="HarmonyOS Sans SC"/>
                <a:ea typeface="HarmonyOS Sans SC"/>
                <a:cs typeface="HarmonyOS Sans SC"/>
              </a:defRPr>
            </a:lvl4pPr>
            <a:lvl5pPr>
              <a:buNone/>
              <a:defRPr>
                <a:latin typeface="HarmonyOS Sans SC"/>
                <a:ea typeface="HarmonyOS Sans SC"/>
                <a:cs typeface="HarmonyOS Sans SC"/>
              </a:defRPr>
            </a:lvl5pPr>
            <a:lvl6pPr>
              <a:buNone/>
              <a:defRPr>
                <a:latin typeface="HarmonyOS Sans SC"/>
                <a:ea typeface="HarmonyOS Sans SC"/>
                <a:cs typeface="HarmonyOS Sans SC"/>
              </a:defRPr>
            </a:lvl6pPr>
            <a:lvl7pPr>
              <a:buNone/>
              <a:defRPr>
                <a:latin typeface="HarmonyOS Sans SC"/>
                <a:ea typeface="HarmonyOS Sans SC"/>
                <a:cs typeface="HarmonyOS Sans SC"/>
              </a:defRPr>
            </a:lvl7pPr>
            <a:lvl8pPr>
              <a:buNone/>
              <a:defRPr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7200" b="1" u="sng" strike="noStrike">
                <a:solidFill>
                  <a:srgbClr val="65E8D4"/>
                </a:solidFill>
                <a:latin typeface="HarmonyOS Sans SC"/>
                <a:ea typeface="HarmonyOS Sans SC"/>
                <a:cs typeface="HarmonyOS Sans SC"/>
                <a:hlinkClick xmlns:r="http://schemas.openxmlformats.org/officeDocument/2006/relationships" r:id="R9c00d23e17724f4e"/>
              </a:rPr>
              <a:t>dev.203.io</a:t>
            </a:r>
            <a:endParaRPr sz="720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2" name="运行应用，观察效果，再修改一个想法">
            <a:extLst xmlns:a="http://schemas.openxmlformats.org/drawingml/2006/main">
              <a:ext uri="{FF2B5EF4-FFF2-40B4-BE49-F238E27FC236}">
                <a16:creationId xmlns:a16="http://schemas.microsoft.com/office/drawing/2014/main" id="{153CCC28-2F82-47F5-8EC5-B3DD0F570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560" y="4552920"/>
            <a:ext cx="10801080" cy="49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>
                <a:latin typeface="HarmonyOS Sans SC"/>
                <a:ea typeface="HarmonyOS Sans SC"/>
                <a:cs typeface="HarmonyOS Sans SC"/>
              </a:defRPr>
            </a:defPPr>
            <a:lvl1pPr>
              <a:buNone/>
              <a:defRPr>
                <a:latin typeface="HarmonyOS Sans SC"/>
                <a:ea typeface="HarmonyOS Sans SC"/>
                <a:cs typeface="HarmonyOS Sans SC"/>
              </a:defRPr>
            </a:lvl1pPr>
            <a:lvl2pPr>
              <a:buNone/>
              <a:defRPr>
                <a:latin typeface="HarmonyOS Sans SC"/>
                <a:ea typeface="HarmonyOS Sans SC"/>
                <a:cs typeface="HarmonyOS Sans SC"/>
              </a:defRPr>
            </a:lvl2pPr>
            <a:lvl3pPr>
              <a:buNone/>
              <a:defRPr>
                <a:latin typeface="HarmonyOS Sans SC"/>
                <a:ea typeface="HarmonyOS Sans SC"/>
                <a:cs typeface="HarmonyOS Sans SC"/>
              </a:defRPr>
            </a:lvl3pPr>
            <a:lvl4pPr>
              <a:buNone/>
              <a:defRPr>
                <a:latin typeface="HarmonyOS Sans SC"/>
                <a:ea typeface="HarmonyOS Sans SC"/>
                <a:cs typeface="HarmonyOS Sans SC"/>
              </a:defRPr>
            </a:lvl4pPr>
            <a:lvl5pPr>
              <a:buNone/>
              <a:defRPr>
                <a:latin typeface="HarmonyOS Sans SC"/>
                <a:ea typeface="HarmonyOS Sans SC"/>
                <a:cs typeface="HarmonyOS Sans SC"/>
              </a:defRPr>
            </a:lvl5pPr>
            <a:lvl6pPr>
              <a:buNone/>
              <a:defRPr>
                <a:latin typeface="HarmonyOS Sans SC"/>
                <a:ea typeface="HarmonyOS Sans SC"/>
                <a:cs typeface="HarmonyOS Sans SC"/>
              </a:defRPr>
            </a:lvl6pPr>
            <a:lvl7pPr>
              <a:buNone/>
              <a:defRPr>
                <a:latin typeface="HarmonyOS Sans SC"/>
                <a:ea typeface="HarmonyOS Sans SC"/>
                <a:cs typeface="HarmonyOS Sans SC"/>
              </a:defRPr>
            </a:lvl7pPr>
            <a:lvl8pPr>
              <a:buNone/>
              <a:defRPr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470" b="0" u="none" strike="noStrike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rPr>
              <a:t>运行应用，观察效果，再修改一个想法</a:t>
            </a:r>
            <a:endParaRPr sz="247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3" name="没有实物，也可以先开始创作">
            <a:extLst xmlns:a="http://schemas.openxmlformats.org/drawingml/2006/main">
              <a:ext uri="{FF2B5EF4-FFF2-40B4-BE49-F238E27FC236}">
                <a16:creationId xmlns:a16="http://schemas.microsoft.com/office/drawing/2014/main" id="{E116584A-132C-4A0C-9589-6C2496757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560" y="5553000"/>
            <a:ext cx="10801080" cy="49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>
                <a:latin typeface="HarmonyOS Sans SC"/>
                <a:ea typeface="HarmonyOS Sans SC"/>
                <a:cs typeface="HarmonyOS Sans SC"/>
              </a:defRPr>
            </a:defPPr>
            <a:lvl1pPr>
              <a:buNone/>
              <a:defRPr>
                <a:latin typeface="HarmonyOS Sans SC"/>
                <a:ea typeface="HarmonyOS Sans SC"/>
                <a:cs typeface="HarmonyOS Sans SC"/>
              </a:defRPr>
            </a:lvl1pPr>
            <a:lvl2pPr>
              <a:buNone/>
              <a:defRPr>
                <a:latin typeface="HarmonyOS Sans SC"/>
                <a:ea typeface="HarmonyOS Sans SC"/>
                <a:cs typeface="HarmonyOS Sans SC"/>
              </a:defRPr>
            </a:lvl2pPr>
            <a:lvl3pPr>
              <a:buNone/>
              <a:defRPr>
                <a:latin typeface="HarmonyOS Sans SC"/>
                <a:ea typeface="HarmonyOS Sans SC"/>
                <a:cs typeface="HarmonyOS Sans SC"/>
              </a:defRPr>
            </a:lvl3pPr>
            <a:lvl4pPr>
              <a:buNone/>
              <a:defRPr>
                <a:latin typeface="HarmonyOS Sans SC"/>
                <a:ea typeface="HarmonyOS Sans SC"/>
                <a:cs typeface="HarmonyOS Sans SC"/>
              </a:defRPr>
            </a:lvl4pPr>
            <a:lvl5pPr>
              <a:buNone/>
              <a:defRPr>
                <a:latin typeface="HarmonyOS Sans SC"/>
                <a:ea typeface="HarmonyOS Sans SC"/>
                <a:cs typeface="HarmonyOS Sans SC"/>
              </a:defRPr>
            </a:lvl5pPr>
            <a:lvl6pPr>
              <a:buNone/>
              <a:defRPr>
                <a:latin typeface="HarmonyOS Sans SC"/>
                <a:ea typeface="HarmonyOS Sans SC"/>
                <a:cs typeface="HarmonyOS Sans SC"/>
              </a:defRPr>
            </a:lvl6pPr>
            <a:lvl7pPr>
              <a:buNone/>
              <a:defRPr>
                <a:latin typeface="HarmonyOS Sans SC"/>
                <a:ea typeface="HarmonyOS Sans SC"/>
                <a:cs typeface="HarmonyOS Sans SC"/>
              </a:defRPr>
            </a:lvl7pPr>
            <a:lvl8pPr>
              <a:buNone/>
              <a:defRPr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>
              <a:lnSpc>
                <a:spcPct val="116000"/>
              </a:lnSpc>
              <a:buNone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400" b="0" u="none" strike="noStrike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rPr>
              <a:t>先让想法跑起来，钱包晚一点参与。</a:t>
            </a:r>
            <a:endParaRPr sz="2400" b="0" u="none" strike="noStrik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3C03F190-FD52-4C4D-8440-7C167333381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a7e186a2bd41c1">
            <a:extLst>
              <a:ext uri="{96DAC541-7B7A-43D3-8B79-37D633B846F1}">
                <asvg:svgBlip xmlns:asvg="http://schemas.microsoft.com/office/drawing/2016/SVG/main" r:embed="R58b2d26f89ad420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09600" y="6524625"/>
            <a:ext cx="1952625" cy="228220"/>
          </a:xfrm>
          <a:prstGeom xmlns:a="http://schemas.openxmlformats.org/drawingml/2006/main" prst="rect">
            <a:avLst/>
          </a:prstGeom>
        </p:spPr>
      </p:pic>
      <p:sp>
        <p:nvSpPr>
          <p:cNvPr id="76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DBC28D26-D2DC-473E-BAF9-35EF9F7EE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505575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defPPr>
            <a:lvl1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1pPr>
            <a:lvl2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2pPr>
            <a:lvl3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3pPr>
            <a:lvl4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4pPr>
            <a:lvl5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5pPr>
            <a:lvl6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6pPr>
            <a:lvl7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7pPr>
            <a:lvl8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8pPr>
            <a:lvl9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2882714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12700">
          <a:prstDash val="solid"/>
        </a:ln>
        <a:ln w="19050">
          <a:prstDash val="solid"/>
        </a:ln>
        <a:ln w="254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ns0:Properties xmlns:ns0="http://schemas.openxmlformats.org/officeDocument/2006/extended-properties">
  <ns0:Application>Walnut Exporter</ns0:Application>
  <ns0:PresentationFormat>Converted Presentation</ns0:PresentationFormat>
  <ns0:Slides>1</ns0:Slides>
  <ns0:Notes>0</ns0:Notes>
  <ns0:HiddenSlides>0</ns0:HiddenSlides>
  <ns0:SharedDoc>false</ns0:SharedDoc>
  <ns0:DocSecurity>0</ns0:DocSecurity>
</ns0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2026-10-23T03:35:23.3300000Z</dcterms:created>
  <dcterms:modified xsi:type="dcterms:W3CDTF">2026-10-23T03:35:23.3300000Z</dcterms:modified>
</coreProperties>
</file>