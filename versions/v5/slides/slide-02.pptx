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57" r:id="R8a31cd3f674b453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2.xml" Id="R8a31cd3f674b453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137578fe7d4646" /><Relationship Type="http://schemas.openxmlformats.org/officeDocument/2006/relationships/notesMaster" Target="/ppt/notesMasters/notesMaster1.xml" Id="R1325c41015424c7d" /></Relationship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以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M-VAVE FM-1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的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Felucca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为例，社区开发者通过定制固件，为音乐设备创造了更多玩法。项目明确说明在代码、测试、文档等工作中使用了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AI 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编程辅助。这说明越来越多用户希望亲自决定设备可以做什么。这里不把整个社区概括成某一种质量水平，也不把单个例子说成市场规模统计。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https://github.com/hugelton/Felucca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图片：</a:t>
            </a: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https://raw.githubusercontent.com/hugelton/Felucca/main/docs/controls.jpg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799bf534ee44d3b" /><Relationship Type="http://schemas.openxmlformats.org/officeDocument/2006/relationships/image" Target="/ppt/media/image.jpeg" Id="R2fe51c08a1894a86" /><Relationship Type="http://schemas.openxmlformats.org/officeDocument/2006/relationships/hyperlink" Target="https://github.com/hugelton/Felucca" TargetMode="External" Id="Re02568774aa04801" /><Relationship Type="http://schemas.openxmlformats.org/officeDocument/2006/relationships/image" Target="/ppt/media/image2.jpeg" Id="R93828dd1bb2c4c62" /><Relationship Type="http://schemas.openxmlformats.org/officeDocument/2006/relationships/image" Target="/ppt/media/image2.svg" Id="R35f76656f56c470b" /><Relationship Type="http://schemas.openxmlformats.org/officeDocument/2006/relationships/notesSlide" Target="/ppt/notesSlides/notesSlide2.xml" Id="R58e2357b0c994e29" /></Relationships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音乐设备的玩法， 正在被用户改写">
            <a:extLst xmlns:a="http://schemas.openxmlformats.org/drawingml/2006/main">
              <a:ext uri="{FF2B5EF4-FFF2-40B4-BE49-F238E27FC236}">
                <a16:creationId xmlns:a16="http://schemas.microsoft.com/office/drawing/2014/main" id="{6285D93A-9BE5-4A5C-A89C-34D1BCD4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71680"/>
            <a:ext cx="10667520" cy="1352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9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音乐设备的玩法，</a:t>
            </a:r>
            <a:endParaRPr sz="3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39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正在被用户改写</a:t>
            </a:r>
            <a:endParaRPr sz="39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AI Coding">
            <a:extLst xmlns:a="http://schemas.openxmlformats.org/drawingml/2006/main">
              <a:ext uri="{FF2B5EF4-FFF2-40B4-BE49-F238E27FC236}">
                <a16:creationId xmlns:a16="http://schemas.microsoft.com/office/drawing/2014/main" id="{2A1DFB91-DA23-4BE6-9BFB-C0BC16D9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2400480"/>
            <a:ext cx="5428800" cy="809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48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AI Coding</a:t>
            </a:r>
            <a:endParaRPr sz="48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让更多创作者参与功能开发">
            <a:extLst xmlns:a="http://schemas.openxmlformats.org/drawingml/2006/main">
              <a:ext uri="{FF2B5EF4-FFF2-40B4-BE49-F238E27FC236}">
                <a16:creationId xmlns:a16="http://schemas.microsoft.com/office/drawing/2014/main" id="{1F83C3CE-CC84-4597-89F8-9DABBE08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3438360"/>
            <a:ext cx="5285880" cy="475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让更多创作者参与功能开发</a:t>
            </a:r>
            <a:endParaRPr sz="22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一个例子">
            <a:extLst xmlns:a="http://schemas.openxmlformats.org/drawingml/2006/main">
              <a:ext uri="{FF2B5EF4-FFF2-40B4-BE49-F238E27FC236}">
                <a16:creationId xmlns:a16="http://schemas.microsoft.com/office/drawing/2014/main" id="{B896360F-CC21-4B93-9920-B4499AB51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4514760"/>
            <a:ext cx="3809520" cy="304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65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一个例子</a:t>
            </a:r>
            <a:endParaRPr sz="165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M-VAVE FM-1 · Felucca">
            <a:extLst xmlns:a="http://schemas.openxmlformats.org/drawingml/2006/main">
              <a:ext uri="{FF2B5EF4-FFF2-40B4-BE49-F238E27FC236}">
                <a16:creationId xmlns:a16="http://schemas.microsoft.com/office/drawing/2014/main" id="{93E4F7A9-2BF9-40E8-A4BE-C9D69F0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4952880"/>
            <a:ext cx="5714640" cy="447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4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M-VAVE FM-1 · Felucca</a:t>
            </a:r>
            <a:endParaRPr sz="24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社区定制固件，明确采用 AI 编程辅助">
            <a:extLst xmlns:a="http://schemas.openxmlformats.org/drawingml/2006/main">
              <a:ext uri="{FF2B5EF4-FFF2-40B4-BE49-F238E27FC236}">
                <a16:creationId xmlns:a16="http://schemas.microsoft.com/office/drawing/2014/main" id="{1FB62BF2-9CA0-4406-9FDA-9D74F0C9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80" y="5543640"/>
            <a:ext cx="6000480" cy="38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社区定制固件，明确采用 </a:t>
            </a: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AI </a:t>
            </a:r>
            <a:r>
              <a:rPr sz="187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编程辅助</a:t>
            </a:r>
            <a:endParaRPr sz="187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4E28EC-876D-4AF2-8F81-63B110E5ED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e51c08a1894a86"/>
          <a:srcRect xmlns:a="http://schemas.openxmlformats.org/drawingml/2006/main" l="20003" t="0" r="20003" b="69004"/>
          <a:stretch xmlns:a="http://schemas.openxmlformats.org/drawingml/2006/main"/>
        </p:blipFill>
        <p:spPr>
          <a:xfrm xmlns:a="http://schemas.openxmlformats.org/drawingml/2006/main">
            <a:off x="6991200" y="2286000"/>
            <a:ext cx="4333680" cy="26856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pic>
      <p:sp>
        <p:nvSpPr>
          <p:cNvPr id="31" name="Felucca 项目文档">
            <a:extLst xmlns:a="http://schemas.openxmlformats.org/drawingml/2006/main">
              <a:ext uri="{FF2B5EF4-FFF2-40B4-BE49-F238E27FC236}">
                <a16:creationId xmlns:a16="http://schemas.microsoft.com/office/drawing/2014/main" id="{A57292FD-9257-43EB-8EFF-C8637A0F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5960" y="5238720"/>
            <a:ext cx="4190760" cy="285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500" b="0" u="sng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  <a:hlinkClick xmlns:r="http://schemas.openxmlformats.org/officeDocument/2006/relationships" r:id="Re02568774aa04801"/>
              </a:rPr>
              <a:t>Felucca 项目文档</a:t>
            </a:r>
            <a:endParaRPr sz="15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4E6808-D395-4364-8EEA-374FDE7B24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28dd1bb2c4c62">
            <a:extLst>
              <a:ext uri="{96DAC541-7B7A-43D3-8B79-37D633B846F1}">
                <asvg:svgBlip xmlns:asvg="http://schemas.microsoft.com/office/drawing/2016/SVG/main" r:embed="R35f76656f56c470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3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55606BC-3455-467F-ADA8-181264B0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284582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