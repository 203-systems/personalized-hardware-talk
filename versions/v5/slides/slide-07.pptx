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2" r:id="R463c0b47280043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7.xml" Id="R463c0b47280043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8ba2c21d994a5c" /><Relationship Type="http://schemas.openxmlformats.org/officeDocument/2006/relationships/notesMaster" Target="/ppt/notesMasters/notesMaster1.xml" Id="R9c8928179c334294" /></Relationship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推荐应用叫和弦涟漪：按下一个格子，触发当前调式中的和弦，同时显示扩散灯光；松开停止发音；再用一个控制切换大调和小调。向 Codex 提供官方 Wiki 和这个简短想法，让它查阅 Python API 实现。现场先展示提前保存的需求与生成过程，再演奏提前准备的版本，避免等待生成。声音使用 MIDI 连接预先准备的音源。画面中的官方照片只用于展示硬件外观，不是这个应用的运行记录。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应用概念：本次演讲提案。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图片：https://203.io/cdn/shop/files/Matrix_Ad_no_VFX_.00_00_53_21.Still003.jpg?v=1725057062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轻松表达：以前担心自己不会写代码。现在发现，需求也得认真写。（停一拍。）代码可以交给 AI，想法还是你自己的。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5e11cdcec347e2" /><Relationship Type="http://schemas.openxmlformats.org/officeDocument/2006/relationships/image" Target="/ppt/media/image2.jpeg" Id="Rf214a597923e4dc3" /><Relationship Type="http://schemas.openxmlformats.org/officeDocument/2006/relationships/image" Target="/ppt/media/image7.png" Id="R7f0f14e4578c4faa" /><Relationship Type="http://schemas.openxmlformats.org/officeDocument/2006/relationships/image" Target="/ppt/media/image8.svg" Id="Rdedfdb34e79f45ea" /><Relationship Type="http://schemas.openxmlformats.org/officeDocument/2006/relationships/notesSlide" Target="/ppt/notesSlides/notesSlide7.xml" Id="Rec1e4f6a4f654a77" /></Relationships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演示一">
            <a:extLst xmlns:a="http://schemas.openxmlformats.org/drawingml/2006/main">
              <a:ext uri="{FF2B5EF4-FFF2-40B4-BE49-F238E27FC236}">
                <a16:creationId xmlns:a16="http://schemas.microsoft.com/office/drawing/2014/main" id="{AC7B891F-4458-48EE-8695-8A8FAFC1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14440"/>
            <a:ext cx="3333240" cy="31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729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演示一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和弦涟漪">
            <a:extLst xmlns:a="http://schemas.openxmlformats.org/drawingml/2006/main">
              <a:ext uri="{FF2B5EF4-FFF2-40B4-BE49-F238E27FC236}">
                <a16:creationId xmlns:a16="http://schemas.microsoft.com/office/drawing/2014/main" id="{01B3CE54-A164-4D09-905B-EEA9FC21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162080"/>
            <a:ext cx="10762920" cy="76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6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和弦涟漪</a:t>
            </a:r>
            <a:endParaRPr sz="4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一句想法，一件可以演奏的工具">
            <a:extLst xmlns:a="http://schemas.openxmlformats.org/drawingml/2006/main">
              <a:ext uri="{FF2B5EF4-FFF2-40B4-BE49-F238E27FC236}">
                <a16:creationId xmlns:a16="http://schemas.microsoft.com/office/drawing/2014/main" id="{D830A1A1-EC81-4C53-B818-37AA0F62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2124000"/>
            <a:ext cx="1076292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一句想法，一件可以演奏的工具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27500A-D981-4CF0-845B-4C4B3033E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4a597923e4dc3"/>
          <a:stretch xmlns:a="http://schemas.openxmlformats.org/drawingml/2006/main"/>
        </p:blipFill>
        <p:spPr>
          <a:xfrm xmlns:a="http://schemas.openxmlformats.org/drawingml/2006/main">
            <a:off x="6238800" y="3126600"/>
            <a:ext cx="5362200" cy="26809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5" name="按下格子，演奏和弦 松开停止，灯光向外扩散">
            <a:extLst xmlns:a="http://schemas.openxmlformats.org/drawingml/2006/main">
              <a:ext uri="{FF2B5EF4-FFF2-40B4-BE49-F238E27FC236}">
                <a16:creationId xmlns:a16="http://schemas.microsoft.com/office/drawing/2014/main" id="{2549761F-40E6-477D-A6B8-8A641CC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3181320"/>
            <a:ext cx="539064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按下格子，演奏和弦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松开停止，灯光向外扩散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大调与小调，一键切换">
            <a:extLst xmlns:a="http://schemas.openxmlformats.org/drawingml/2006/main">
              <a:ext uri="{FF2B5EF4-FFF2-40B4-BE49-F238E27FC236}">
                <a16:creationId xmlns:a16="http://schemas.microsoft.com/office/drawing/2014/main" id="{F87A0705-6284-4649-BC64-CDBA08CA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448160"/>
            <a:ext cx="533376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大调与小调，一键切换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Codex 查阅 Wiki，依据 Python API 实现">
            <a:extLst xmlns:a="http://schemas.openxmlformats.org/drawingml/2006/main">
              <a:ext uri="{FF2B5EF4-FFF2-40B4-BE49-F238E27FC236}">
                <a16:creationId xmlns:a16="http://schemas.microsoft.com/office/drawing/2014/main" id="{D0B68161-0BF4-4DC1-ACE2-9E8A4CD8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524560"/>
            <a:ext cx="5333760" cy="62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Codex 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查阅 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Wiki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，依据 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Python API 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实现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9070D8-B9CA-411F-A12C-695A263236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f14e4578c4faa">
            <a:extLst>
              <a:ext uri="{96DAC541-7B7A-43D3-8B79-37D633B846F1}">
                <asvg:svgBlip xmlns:asvg="http://schemas.microsoft.com/office/drawing/2016/SVG/main" r:embed="Rdedfdb34e79f45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7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D540AB-78A4-4554-B974-E73010B1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0906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