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6" r:id="R0b8e41be114749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11.xml" Id="R0b8e41be114749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ff27d23d6340c0" /><Relationship Type="http://schemas.openxmlformats.org/officeDocument/2006/relationships/notesMaster" Target="/ppt/notesMasters/notesMaster1.xml" Id="Rfd20c2d2194a4050" /></Relationship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最后回到创作者本身：你可以决定自己的工具怎样工作，把想法变成真实可用的东西。停顿后读出结尾：You will own everything and you will be happy. 中文大意是，你将拥有一切，也会拥有属于自己的快乐。谢谢大家。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c723ad0c0f4be6" /><Relationship Type="http://schemas.openxmlformats.org/officeDocument/2006/relationships/image" Target="/ppt/media/image11.png" Id="Ra61551a72d78490a" /><Relationship Type="http://schemas.openxmlformats.org/officeDocument/2006/relationships/image" Target="/ppt/media/image12.svg" Id="Re9b5b44dbf4245a4" /><Relationship Type="http://schemas.openxmlformats.org/officeDocument/2006/relationships/notesSlide" Target="/ppt/notesSlides/notesSlide11.xml" Id="R51fb654d0ba84a33" /></Relationships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You will own everything">
            <a:extLst xmlns:a="http://schemas.openxmlformats.org/drawingml/2006/main">
              <a:ext uri="{FF2B5EF4-FFF2-40B4-BE49-F238E27FC236}">
                <a16:creationId xmlns:a16="http://schemas.microsoft.com/office/drawing/2014/main" id="{8E657F82-1258-4789-8B04-3754036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You will own everything</a:t>
            </a:r>
          </a:p>
        </p:txBody>
      </p:sp>
      <p:sp>
        <p:nvSpPr>
          <p:cNvPr id="2" name="and you will be happy.">
            <a:extLst xmlns:a="http://schemas.openxmlformats.org/drawingml/2006/main">
              <a:ext uri="{FF2B5EF4-FFF2-40B4-BE49-F238E27FC236}">
                <a16:creationId xmlns:a16="http://schemas.microsoft.com/office/drawing/2014/main" id="{45B3137D-835D-417C-8F21-E2BBFD1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and you will be </a:t>
            </a:r>
            <a:r>
              <a:rPr sz="52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happy.</a:t>
            </a:r>
          </a:p>
        </p:txBody>
      </p:sp>
      <p:sp>
        <p:nvSpPr>
          <p:cNvPr id="3" name="你将拥有一切，也会拥有属于自己的快乐。">
            <a:extLst xmlns:a="http://schemas.openxmlformats.org/drawingml/2006/main">
              <a:ext uri="{FF2B5EF4-FFF2-40B4-BE49-F238E27FC236}">
                <a16:creationId xmlns:a16="http://schemas.microsoft.com/office/drawing/2014/main" id="{CA9F7825-4ABB-4F52-B9A4-67C3579D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你将拥有一切，也会拥有属于自己的快乐。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44940-D136-480D-9D80-FCC466008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551a72d78490a">
            <a:extLst>
              <a:ext uri="{96DAC541-7B7A-43D3-8B79-37D633B846F1}">
                <asvg:svgBlip xmlns:asvg="http://schemas.microsoft.com/office/drawing/2016/SVG/main" r:embed="Re9b5b44dbf4245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802E61-F0B9-4198-A988-22653407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9023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