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4" r:id="R3b824d59269841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9.xml" Id="R3b824d592698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84ffc70d74d15" /><Relationship Type="http://schemas.openxmlformats.org/officeDocument/2006/relationships/notesMaster" Target="/ppt/notesMasters/notesMaster1.xml" Id="R13ed4efcf4534abe" /></Relationship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系列提供可编程的网格控制器。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是另一条便携音乐创作产品线，官方页面仍标注项目在开发中，使用经过修改的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PicoTracker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固件。本次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演示基于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，不把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描述为运行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。接下来的产品方向是更多适合第三方开发的设备、更多工具形态，以及更广的价格覆盖。这些是方向，不在这里发布尚未确定的型号、售价或时间。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https://203.io/products/operator-deposit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07e8b7490c460b" /><Relationship Type="http://schemas.openxmlformats.org/officeDocument/2006/relationships/image" Target="/ppt/media/image7.png" Id="R18f5498f709f403d" /><Relationship Type="http://schemas.openxmlformats.org/officeDocument/2006/relationships/image" Target="/ppt/media/image8.png" Id="R2650d3a6178849b7" /><Relationship Type="http://schemas.openxmlformats.org/officeDocument/2006/relationships/image" Target="/ppt/media/image9.png" Id="R4e79aee4ecbc4949" /><Relationship Type="http://schemas.openxmlformats.org/officeDocument/2006/relationships/image" Target="/ppt/media/image10.svg" Id="R7b2ec487c69f4eb7" /><Relationship Type="http://schemas.openxmlformats.org/officeDocument/2006/relationships/notesSlide" Target="/ppt/notesSlides/notesSlide9.xml" Id="R663a082565894c2d" /></Relationships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203 的产品与下一步">
            <a:extLst xmlns:a="http://schemas.openxmlformats.org/drawingml/2006/main">
              <a:ext uri="{FF2B5EF4-FFF2-40B4-BE49-F238E27FC236}">
                <a16:creationId xmlns:a16="http://schemas.microsoft.com/office/drawing/2014/main" id="{D5BD2DD8-EE86-4899-B582-0F789C7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95360"/>
            <a:ext cx="10858320" cy="63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的产品与下一步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67D85-8FFA-45B6-81AE-12E954096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5498f709f403d"/>
          <a:stretch xmlns:a="http://schemas.openxmlformats.org/drawingml/2006/main"/>
        </p:blipFill>
        <p:spPr>
          <a:xfrm xmlns:a="http://schemas.openxmlformats.org/drawingml/2006/main">
            <a:off x="923760" y="1467000"/>
            <a:ext cx="3428640" cy="3428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8E4321-1CCF-4711-9F9E-18D380D01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d3a6178849b7"/>
          <a:stretch xmlns:a="http://schemas.openxmlformats.org/drawingml/2006/main"/>
        </p:blipFill>
        <p:spPr>
          <a:xfrm xmlns:a="http://schemas.openxmlformats.org/drawingml/2006/main">
            <a:off x="6286680" y="1467000"/>
            <a:ext cx="3428640" cy="3428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8" name="Mystrix / Mystrix Pro">
            <a:extLst xmlns:a="http://schemas.openxmlformats.org/drawingml/2006/main">
              <a:ext uri="{FF2B5EF4-FFF2-40B4-BE49-F238E27FC236}">
                <a16:creationId xmlns:a16="http://schemas.microsoft.com/office/drawing/2014/main" id="{0BE692D4-9C01-4377-9361-5EECBE3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0" y="5114880"/>
            <a:ext cx="509544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32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/ Mystrix Pro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可编程网格控制器">
            <a:extLst xmlns:a="http://schemas.openxmlformats.org/drawingml/2006/main">
              <a:ext uri="{FF2B5EF4-FFF2-40B4-BE49-F238E27FC236}">
                <a16:creationId xmlns:a16="http://schemas.microsoft.com/office/drawing/2014/main" id="{387B079F-A2B6-4822-9961-658C8A6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0" y="5619600"/>
            <a:ext cx="50954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可编程网格控制器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NullPerator">
            <a:extLst xmlns:a="http://schemas.openxmlformats.org/drawingml/2006/main">
              <a:ext uri="{FF2B5EF4-FFF2-40B4-BE49-F238E27FC236}">
                <a16:creationId xmlns:a16="http://schemas.microsoft.com/office/drawing/2014/main" id="{667F1132-3085-4499-BF56-79F9102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5114880"/>
            <a:ext cx="476208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32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NullPerator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便携音乐创作设备，持续开发中">
            <a:extLst xmlns:a="http://schemas.openxmlformats.org/drawingml/2006/main">
              <a:ext uri="{FF2B5EF4-FFF2-40B4-BE49-F238E27FC236}">
                <a16:creationId xmlns:a16="http://schemas.microsoft.com/office/drawing/2014/main" id="{39E081D6-B77A-41B9-9BE3-4E9B9BB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5619600"/>
            <a:ext cx="50954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便携音乐创作设备，持续开发中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0A8426-0DC5-4E0F-9D22-036962C6C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aee4ecbc4949">
            <a:extLst>
              <a:ext uri="{96DAC541-7B7A-43D3-8B79-37D633B846F1}">
                <asvg:svgBlip xmlns:asvg="http://schemas.microsoft.com/office/drawing/2016/SVG/main" r:embed="R7b2ec487c69f4e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419460-543E-4276-8355-9943E45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5555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