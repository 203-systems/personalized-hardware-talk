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4f7433d70493d" /><Relationship Type="http://schemas.openxmlformats.org/officeDocument/2006/relationships/extended-properties" Target="/docProps/app.xml" Id="R656b9832c93b41ca" /><Relationship Type="http://schemas.openxmlformats.org/officeDocument/2006/relationships/officeDocument" Target="/ppt/presentation.xml" Id="Rd6f11c1e984e4e8c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e4f55805aa674b97"/>
  </p:sldMasterIdLst>
  <p:notesMasterIdLst>
    <p:notesMasterId r:id="R1cc2ac91e12146a2"/>
  </p:notesMasterIdLst>
  <p:sldIdLst>
    <p:sldId id="265" r:id="R06b7db1b98644a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b10165154d4047ab" /><Relationship Type="http://schemas.openxmlformats.org/officeDocument/2006/relationships/slideMaster" Target="/ppt/slideMasters/slideMaster1.xml" Id="Re4f55805aa674b97" /><Relationship Type="http://schemas.openxmlformats.org/officeDocument/2006/relationships/notesMaster" Target="/ppt/notesMasters/notesMaster1.xml" Id="R1cc2ac91e12146a2" /><Relationship Type="http://schemas.openxmlformats.org/officeDocument/2006/relationships/presProps" Target="/ppt/presProps.xml" Id="R8a6230baf3884fd7" /><Relationship Type="http://schemas.openxmlformats.org/officeDocument/2006/relationships/tableStyles" Target="/ppt/tableStyles.xml" Id="R435d4989fc5844e0" /><Relationship Type="http://schemas.openxmlformats.org/officeDocument/2006/relationships/slide" Target="/ppt/slides/slide10.xml" Id="R06b7db1b98644a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870db58cf540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7d2a5b8c4b4824" /><Relationship Type="http://schemas.openxmlformats.org/officeDocument/2006/relationships/notesMaster" Target="/ppt/notesMasters/notesMaster1.xml" Id="Re83db76b38954177" /></Relationship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AI 对创作者是一个非常好的机会，很多过去只能停留在想法中的功能，现在更容易做出来。但好的硬件仍然有门槛。原型可以很快，手感、可靠性和制造质量却需要长期积累。我们希望提供更多工具形态和不同价位的产品，同时继续建设分享、复用、版本兼容和协作的生态。已有的官方文档、应用入口与开发工具是基础，完整生态仍需要和社区一起持续建设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未来产品与生态方向：演讲者提供。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https://matrix.203.io/docs/Developer/MatrixOSBasics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结构图：https://203.io/cdn/shop/files/Exploded_View_2.png?v=1725254982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讲述停顿：代码生成得很快，但按键手感不会跟着一起生成。（停一拍。）这正是硬件团队仍要花时间反复打磨的部分。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29893ffa248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28a43015249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a41c1788b42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4b0bd8b3a4f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5b70c4e5442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cef458c3a4e58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54F20D1-7BF8-4C57-8E3F-BF97AFA9D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590920"/>
            <a:ext cx="975312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le and One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414EEB-128C-4C42-869D-0DFC7C72DE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2978892-73BC-4776-8329-FFAF7EBF629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6FA7841-BC59-4EA3-AE1E-C3C2AEED1B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4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4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AC38521-AFC6-448F-89B2-F8E0D27072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Title and Two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E96F70F-88B8-4653-A318-BAFB970F3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9F16385-3C8C-4B99-9961-8944816B02A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7B2422D-5508-4088-8452-526AF9B5AD2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47712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Title and Bod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78BEE5-3931-4F07-B032-251F95E0BF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CD9A0C9-2BD8-4E8F-B5AE-0E60D050AC7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1082016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4D5C14-8D1F-4705-AF24-2202E73F10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857680"/>
            <a:ext cx="97531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2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2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2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51da22bca54c82" /><Relationship Type="http://schemas.openxmlformats.org/officeDocument/2006/relationships/slideLayout" Target="/ppt/slideLayouts/slideLayout1.xml" Id="R1820ed41fd064745" /><Relationship Type="http://schemas.openxmlformats.org/officeDocument/2006/relationships/slideLayout" Target="/ppt/slideLayouts/slideLayout2.xml" Id="R3a116a1d3ba24fd5" /><Relationship Type="http://schemas.openxmlformats.org/officeDocument/2006/relationships/slideLayout" Target="/ppt/slideLayouts/slideLayout3.xml" Id="R7c91873f9a6c411a" /><Relationship Type="http://schemas.openxmlformats.org/officeDocument/2006/relationships/slideLayout" Target="/ppt/slideLayouts/slideLayout4.xml" Id="R9fafa4bffdb24d71" /><Relationship Type="http://schemas.openxmlformats.org/officeDocument/2006/relationships/slideLayout" Target="/ppt/slideLayouts/slideLayout5.xml" Id="R472d28552d1048ef" /><Relationship Type="http://schemas.openxmlformats.org/officeDocument/2006/relationships/slideLayout" Target="/ppt/slideLayouts/slideLayout6.xml" Id="Rb370cd1e5ef249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20ed41fd064745"/>
    <p:sldLayoutId xmlns:r="http://schemas.openxmlformats.org/officeDocument/2006/relationships" id="2147483650" r:id="R3a116a1d3ba24fd5"/>
    <p:sldLayoutId xmlns:r="http://schemas.openxmlformats.org/officeDocument/2006/relationships" id="2147483651" r:id="R7c91873f9a6c411a"/>
    <p:sldLayoutId xmlns:r="http://schemas.openxmlformats.org/officeDocument/2006/relationships" id="2147483652" r:id="R9fafa4bffdb24d71"/>
    <p:sldLayoutId xmlns:r="http://schemas.openxmlformats.org/officeDocument/2006/relationships" id="2147483653" r:id="R472d28552d1048ef"/>
    <p:sldLayoutId xmlns:r="http://schemas.openxmlformats.org/officeDocument/2006/relationships" id="2147483654" r:id="Rb370cd1e5ef249d5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e90e5a5f3614ff2" /><Relationship Type="http://schemas.openxmlformats.org/officeDocument/2006/relationships/image" Target="/ppt/media/image10.png" Id="R1339e017bd38432f" /><Relationship Type="http://schemas.openxmlformats.org/officeDocument/2006/relationships/image" Target="/ppt/media/image11.svg" Id="R80f470ae3d574cef" /><Relationship Type="http://schemas.openxmlformats.org/officeDocument/2006/relationships/notesSlide" Target="/ppt/notesSlides/notesSlide10.xml" Id="R15ad39666449409e" /></Relationships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让更多创意，拥有合适的硬件">
            <a:extLst xmlns:a="http://schemas.openxmlformats.org/drawingml/2006/main">
              <a:ext uri="{FF2B5EF4-FFF2-40B4-BE49-F238E27FC236}">
                <a16:creationId xmlns:a16="http://schemas.microsoft.com/office/drawing/2014/main" id="{4F42898E-FEBE-40E3-A117-F03749D0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533520"/>
            <a:ext cx="11000880" cy="65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4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让更多创意，拥有合适的硬件</a:t>
            </a:r>
            <a:endParaRPr sz="34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更多工具形态 更广价格覆盖">
            <a:extLst xmlns:a="http://schemas.openxmlformats.org/drawingml/2006/main">
              <a:ext uri="{FF2B5EF4-FFF2-40B4-BE49-F238E27FC236}">
                <a16:creationId xmlns:a16="http://schemas.microsoft.com/office/drawing/2014/main" id="{CACF8333-DA81-46BE-BBFE-DC08EB49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809720"/>
            <a:ext cx="6048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15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更多工具形态</a:t>
            </a:r>
            <a:endParaRPr sz="31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15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更广价格覆盖</a:t>
            </a:r>
            <a:endParaRPr sz="31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让作品更容易分享、复用与继续开发">
            <a:extLst xmlns:a="http://schemas.openxmlformats.org/drawingml/2006/main">
              <a:ext uri="{FF2B5EF4-FFF2-40B4-BE49-F238E27FC236}">
                <a16:creationId xmlns:a16="http://schemas.microsoft.com/office/drawing/2014/main" id="{25B4BD64-F8E0-4EC8-BB12-55240FA0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80" y="3343320"/>
            <a:ext cx="635292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让作品更容易分享、复用与继续开发</a:t>
            </a:r>
            <a:endParaRPr sz="21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AI 让软件实现更容易 硬件体验仍需要长期积累">
            <a:extLst xmlns:a="http://schemas.openxmlformats.org/drawingml/2006/main">
              <a:ext uri="{FF2B5EF4-FFF2-40B4-BE49-F238E27FC236}">
                <a16:creationId xmlns:a16="http://schemas.microsoft.com/office/drawing/2014/main" id="{6A4CD2EC-2E36-48C1-9B46-500CF7EE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80" y="4486320"/>
            <a:ext cx="6333840" cy="1009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5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AI </a:t>
            </a:r>
            <a:r>
              <a:rPr sz="25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让软件实现更容易</a:t>
            </a:r>
            <a:endParaRPr sz="25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5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硬件体验仍需要长期积累</a:t>
            </a:r>
            <a:endParaRPr sz="25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手感、可靠性与制造，是我们持续投入的基础">
            <a:extLst xmlns:a="http://schemas.openxmlformats.org/drawingml/2006/main">
              <a:ext uri="{FF2B5EF4-FFF2-40B4-BE49-F238E27FC236}">
                <a16:creationId xmlns:a16="http://schemas.microsoft.com/office/drawing/2014/main" id="{9E983463-0529-4839-A7E1-C549C4B9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72150"/>
            <a:ext cx="6534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 sz="1800"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 sz="1800"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 sz="1800"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 sz="1800"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 sz="1800"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 sz="1800"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 sz="1800"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 sz="1800"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 sz="18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代码生成很快，按键手感不会跟着一起生成。</a:t>
            </a:r>
            <a:endParaRPr sz="1729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D3F3D88-5E44-492D-8F53-544D05095F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9e017bd38432f"/>
          <a:stretch xmlns:a="http://schemas.openxmlformats.org/drawingml/2006/main"/>
        </p:blipFill>
        <p:spPr>
          <a:xfrm xmlns:a="http://schemas.openxmlformats.org/drawingml/2006/main">
            <a:off x="7591320" y="1771560"/>
            <a:ext cx="4000320" cy="40003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34B5E02-66F1-4F04-8072-7394E88329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9e017bd38432f">
            <a:extLst>
              <a:ext uri="{96DAC541-7B7A-43D3-8B79-37D633B846F1}">
                <asvg:svgBlip xmlns:asvg="http://schemas.microsoft.com/office/drawing/2016/SVG/main" r:embed="R80f470ae3d574c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9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5A9C3F7-B937-47AF-BFF5-C40F62F7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103770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1</ns0:Slides>
  <ns0:Notes>0</ns0:Notes>
  <ns0:HiddenSlides>0</ns0:HiddenSlides>
  <ns0:SharedDoc>false</ns0:SharedDoc>
  <ns0:DocSecurity>0</ns0:DocSecurity>
</ns0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2026-10-23T03:35:23.3300000Z</dcterms:created>
  <dcterms:modified xsi:type="dcterms:W3CDTF">2026-10-23T03:35:23.3300000Z</dcterms:modified>
</coreProperties>
</file>