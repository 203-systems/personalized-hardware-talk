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svg" ContentType="image/svg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44f7433d70493d" /><Relationship Type="http://schemas.openxmlformats.org/officeDocument/2006/relationships/extended-properties" Target="/docProps/app.xml" Id="R656b9832c93b41ca" /><Relationship Type="http://schemas.openxmlformats.org/officeDocument/2006/relationships/officeDocument" Target="/ppt/presentation.xml" Id="Rd6f11c1e984e4e8c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e4f55805aa674b97"/>
  </p:sldMasterIdLst>
  <p:notesMasterIdLst>
    <p:notesMasterId r:id="R1cc2ac91e12146a2"/>
  </p:notesMasterIdLst>
  <p:sldIdLst>
    <p:sldId id="262" r:id="R463c0b472800438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?>
<Relationships xmlns="http://schemas.openxmlformats.org/package/2006/relationships"><Relationship Type="http://schemas.openxmlformats.org/officeDocument/2006/relationships/theme" Target="/ppt/theme/theme1.xml" Id="Rb10165154d4047ab" /><Relationship Type="http://schemas.openxmlformats.org/officeDocument/2006/relationships/slideMaster" Target="/ppt/slideMasters/slideMaster1.xml" Id="Re4f55805aa674b97" /><Relationship Type="http://schemas.openxmlformats.org/officeDocument/2006/relationships/notesMaster" Target="/ppt/notesMasters/notesMaster1.xml" Id="R1cc2ac91e12146a2" /><Relationship Type="http://schemas.openxmlformats.org/officeDocument/2006/relationships/presProps" Target="/ppt/presProps.xml" Id="R8a6230baf3884fd7" /><Relationship Type="http://schemas.openxmlformats.org/officeDocument/2006/relationships/tableStyles" Target="/ppt/tableStyles.xml" Id="R435d4989fc5844e0" /><Relationship Type="http://schemas.openxmlformats.org/officeDocument/2006/relationships/slide" Target="/ppt/slides/slide7.xml" Id="R463c0b47280043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870db58cf540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c8ba2c21d994a5c" /><Relationship Type="http://schemas.openxmlformats.org/officeDocument/2006/relationships/notesMaster" Target="/ppt/notesMasters/notesMaster1.xml" Id="R9c8928179c334294" /></Relationship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推荐应用叫和弦涟漪：按下一个格子，触发当前调式中的和弦，同时显示扩散灯光；松开停止发音；再用一个控制切换大调和小调。向 Codex 提供官方 Wiki 和这个简短想法，让它查阅 Python API 实现。现场先展示提前保存的需求与生成过程，再演奏提前准备的版本，避免等待生成。声音使用 MIDI 连接预先准备的音源。画面中的官方照片只用于展示硬件外观，不是这个应用的运行记录。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资料来源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应用概念：本次演讲提案。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https://matrix.203.io/docs/Developer/PythonApplication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图片：https://203.io/cdn/shop/files/Matrix_Ad_no_VFX_.00_00_53_21.Still003.jpg?v=1725057062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轻松表达：以前担心自己不会写代码。现在发现，需求也得认真写。（停一拍。）代码可以交给 AI，想法还是你自己的。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029893ffa2485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e28a43015249a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da41c1788b420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64b0bd8b3a4f3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05b70c4e54421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7cef458c3a4e58" /></Relationships>
</file>

<file path=ppt/slideLayouts/slideLayout1.xml><?xml version="1.0" encoding="utf-8"?>
<p:sldLayout xmlns:p="http://schemas.openxmlformats.org/presentationml/2006/main" type="title" preserve="1">
  <p:cSld name="Title Slide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54F20D1-7BF8-4C57-8E3F-BF97AFA9DA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320" y="2590920"/>
            <a:ext cx="9753120" cy="990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4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48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4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2.xml><?xml version="1.0" encoding="utf-8"?>
<p:sldLayout xmlns:p="http://schemas.openxmlformats.org/presentationml/2006/main" type="blank" preserve="1">
  <p:cSld name="Title and One Column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D9414EEB-128C-4C42-869D-0DFC7C72DE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520"/>
            <a:ext cx="10820160" cy="837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33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33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33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42978892-73BC-4776-8329-FFAF7EBF6290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85800" y="1905120"/>
            <a:ext cx="502884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3.xml><?xml version="1.0" encoding="utf-8"?>
<p:sldLayout xmlns:p="http://schemas.openxmlformats.org/presentationml/2006/main" type="blank" preserve="1">
  <p:cSld name="Blank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F6FA7841-BC59-4EA3-AE1E-C3C2AEED1B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44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44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44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44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5AC38521-AFC6-448F-89B2-F8E0D27072BF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44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1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8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0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18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1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18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1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0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0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0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4.xml><?xml version="1.0" encoding="utf-8"?>
<p:sldLayout xmlns:p="http://schemas.openxmlformats.org/presentationml/2006/main" type="blank" preserve="1">
  <p:cSld name="Title and Two Column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2E96F70F-88B8-4653-A318-BAFB970F3F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520"/>
            <a:ext cx="10820160" cy="837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33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33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33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89F16385-3C8C-4B99-9961-8944816B02A6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85800" y="1905120"/>
            <a:ext cx="502884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F7B2422D-5508-4088-8452-526AF9B5AD22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477120" y="1905120"/>
            <a:ext cx="502884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blank" preserve="1">
  <p:cSld name="Title and Body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D978BEE5-3931-4F07-B032-251F95E0BF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520"/>
            <a:ext cx="10820160" cy="837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33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33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33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0CD9A0C9-2BD8-4E8F-B5AE-0E60D050AC74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85800" y="1905120"/>
            <a:ext cx="1082016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6.xml><?xml version="1.0" encoding="utf-8"?>
<p:sldLayout xmlns:p="http://schemas.openxmlformats.org/presentationml/2006/main" type="blank" preserve="1">
  <p:cSld name="Section Header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364D5C14-8D1F-4705-AF24-2202E73F10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320" y="2857680"/>
            <a:ext cx="9753120" cy="1142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42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42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42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51da22bca54c82" /><Relationship Type="http://schemas.openxmlformats.org/officeDocument/2006/relationships/slideLayout" Target="/ppt/slideLayouts/slideLayout1.xml" Id="R1820ed41fd064745" /><Relationship Type="http://schemas.openxmlformats.org/officeDocument/2006/relationships/slideLayout" Target="/ppt/slideLayouts/slideLayout2.xml" Id="R3a116a1d3ba24fd5" /><Relationship Type="http://schemas.openxmlformats.org/officeDocument/2006/relationships/slideLayout" Target="/ppt/slideLayouts/slideLayout3.xml" Id="R7c91873f9a6c411a" /><Relationship Type="http://schemas.openxmlformats.org/officeDocument/2006/relationships/slideLayout" Target="/ppt/slideLayouts/slideLayout4.xml" Id="R9fafa4bffdb24d71" /><Relationship Type="http://schemas.openxmlformats.org/officeDocument/2006/relationships/slideLayout" Target="/ppt/slideLayouts/slideLayout5.xml" Id="R472d28552d1048ef" /><Relationship Type="http://schemas.openxmlformats.org/officeDocument/2006/relationships/slideLayout" Target="/ppt/slideLayouts/slideLayout6.xml" Id="Rb370cd1e5ef249d5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20ed41fd064745"/>
    <p:sldLayoutId xmlns:r="http://schemas.openxmlformats.org/officeDocument/2006/relationships" id="2147483650" r:id="R3a116a1d3ba24fd5"/>
    <p:sldLayoutId xmlns:r="http://schemas.openxmlformats.org/officeDocument/2006/relationships" id="2147483651" r:id="R7c91873f9a6c411a"/>
    <p:sldLayoutId xmlns:r="http://schemas.openxmlformats.org/officeDocument/2006/relationships" id="2147483652" r:id="R9fafa4bffdb24d71"/>
    <p:sldLayoutId xmlns:r="http://schemas.openxmlformats.org/officeDocument/2006/relationships" id="2147483653" r:id="R472d28552d1048ef"/>
    <p:sldLayoutId xmlns:r="http://schemas.openxmlformats.org/officeDocument/2006/relationships" id="2147483654" r:id="Rb370cd1e5ef249d5"/>
  </p:sldLayoutIdLst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05e11cdcec347e2" /><Relationship Type="http://schemas.openxmlformats.org/officeDocument/2006/relationships/image" Target="/ppt/media/image2.jpeg" Id="Rf214a597923e4dc3" /><Relationship Type="http://schemas.openxmlformats.org/officeDocument/2006/relationships/image" Target="/ppt/media/image7.png" Id="R7f0f14e4578c4faa" /><Relationship Type="http://schemas.openxmlformats.org/officeDocument/2006/relationships/image" Target="/ppt/media/image8.svg" Id="Rdedfdb34e79f45ea" /><Relationship Type="http://schemas.openxmlformats.org/officeDocument/2006/relationships/notesSlide" Target="/ppt/notesSlides/notesSlide7.xml" Id="Rec1e4f6a4f654a77" /></Relationships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演示一">
            <a:extLst xmlns:a="http://schemas.openxmlformats.org/drawingml/2006/main">
              <a:ext uri="{FF2B5EF4-FFF2-40B4-BE49-F238E27FC236}">
                <a16:creationId xmlns:a16="http://schemas.microsoft.com/office/drawing/2014/main" id="{AC7B891F-4458-48EE-8695-8A8FAFC11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4438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1500"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1500"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1500"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1500"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1500"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1500"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1500"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1500"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1500"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500">
                <a:latin typeface="HarmonyOS Sans SC"/>
                <a:ea typeface="HarmonyOS Sans SC"/>
                <a:cs typeface="HarmonyOS Sans SC"/>
              </a:defRPr>
            </a:pPr>
            <a:r>
              <a:rPr sz="1500" b="1" u="none" strike="noStrike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rPr>
              <a:t>演示一</a:t>
            </a:r>
            <a:endParaRPr sz="1729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" name="和弦涟漪">
            <a:extLst xmlns:a="http://schemas.openxmlformats.org/drawingml/2006/main">
              <a:ext uri="{FF2B5EF4-FFF2-40B4-BE49-F238E27FC236}">
                <a16:creationId xmlns:a16="http://schemas.microsoft.com/office/drawing/2014/main" id="{01B3CE54-A164-4D09-905B-EEA9FC21B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800"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4800"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4800"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4800"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4800"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4800"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4800"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4800"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4800"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4800"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4800">
                <a:latin typeface="HarmonyOS Sans SC"/>
                <a:ea typeface="HarmonyOS Sans SC"/>
                <a:cs typeface="HarmonyOS Sans SC"/>
              </a:defRPr>
            </a:pPr>
            <a:r>
              <a:rPr sz="480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和弦涟漪</a:t>
            </a:r>
            <a:endParaRPr sz="46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" name="一句想法，一件可以演奏的工具">
            <a:extLst xmlns:a="http://schemas.openxmlformats.org/drawingml/2006/main">
              <a:ext uri="{FF2B5EF4-FFF2-40B4-BE49-F238E27FC236}">
                <a16:creationId xmlns:a16="http://schemas.microsoft.com/office/drawing/2014/main" id="{D830A1A1-EC81-4C53-B818-37AA0F629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2250"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2250"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2250"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2250"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2250"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2250"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2250"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2250"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2250"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250"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一句想法，一件可以演奏的工具</a:t>
            </a:r>
            <a:endParaRPr sz="25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627500A-D981-4CF0-845B-4C4B3033EA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14a597923e4dc3"/>
          <a:stretch xmlns:a="http://schemas.openxmlformats.org/drawingml/2006/main"/>
        </p:blipFill>
        <p:spPr>
          <a:xfrm xmlns:a="http://schemas.openxmlformats.org/drawingml/2006/main">
            <a:off x="5276850" y="2971800"/>
            <a:ext cx="6305550" cy="3152563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65" name="按下格子，演奏和弦 松开停止，灯光向外扩散">
            <a:extLst xmlns:a="http://schemas.openxmlformats.org/drawingml/2006/main">
              <a:ext uri="{FF2B5EF4-FFF2-40B4-BE49-F238E27FC236}">
                <a16:creationId xmlns:a16="http://schemas.microsoft.com/office/drawing/2014/main" id="{2549761F-40E6-477D-A6B8-8A641CCC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44386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按下格子，演奏和弦</a:t>
            </a:r>
            <a:endParaRPr sz="22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16000"/>
              </a:lnSpc>
              <a:buNone/>
              <a:defRPr sz="2100"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松开停止，灯光向外扩散</a:t>
            </a:r>
            <a:endParaRPr sz="22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" name="大调与小调，一键切换">
            <a:extLst xmlns:a="http://schemas.openxmlformats.org/drawingml/2006/main">
              <a:ext uri="{FF2B5EF4-FFF2-40B4-BE49-F238E27FC236}">
                <a16:creationId xmlns:a16="http://schemas.microsoft.com/office/drawing/2014/main" id="{F87A0705-6284-4649-BC64-CDBA08CA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4438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rPr>
              <a:t>大调与小调，一键切换</a:t>
            </a:r>
            <a:endParaRPr sz="21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" name="Codex 查阅 Wiki，依据 Python API 实现">
            <a:extLst xmlns:a="http://schemas.openxmlformats.org/drawingml/2006/main">
              <a:ext uri="{FF2B5EF4-FFF2-40B4-BE49-F238E27FC236}">
                <a16:creationId xmlns:a16="http://schemas.microsoft.com/office/drawing/2014/main" id="{D0B68161-0BF4-4DC1-ACE2-9E8A4CD82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4438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1650"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1650"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1650"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1650"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1650"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1650"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1650"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1650"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1650"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50">
                <a:latin typeface="HarmonyOS Sans SC"/>
                <a:ea typeface="HarmonyOS Sans SC"/>
                <a:cs typeface="HarmonyOS Sans SC"/>
              </a:defRPr>
            </a:pPr>
            <a:r>
              <a:rPr sz="1650" b="0" u="none" strike="noStrike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Codex 查阅 Wiki</a:t>
            </a:r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16000"/>
              </a:lnSpc>
              <a:buNone/>
              <a:defRPr sz="1650">
                <a:latin typeface="HarmonyOS Sans SC"/>
                <a:ea typeface="HarmonyOS Sans SC"/>
                <a:cs typeface="HarmonyOS Sans SC"/>
              </a:defRPr>
            </a:pPr>
            <a:r>
              <a:rPr sz="1650" b="0" u="none" strike="noStrike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依据 Python API 实现</a:t>
            </a:r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A9070D8-B9CA-411F-A12C-695A263236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0f14e4578c4faa">
            <a:extLst>
              <a:ext uri="{96DAC541-7B7A-43D3-8B79-37D633B846F1}">
                <asvg:svgBlip xmlns:asvg="http://schemas.microsoft.com/office/drawing/2016/SVG/main" r:embed="Rdedfdb34e79f45e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6400800"/>
            <a:ext cx="1952625" cy="228219"/>
          </a:xfrm>
          <a:prstGeom xmlns:a="http://schemas.openxmlformats.org/drawingml/2006/main" prst="rect">
            <a:avLst/>
          </a:prstGeom>
        </p:spPr>
      </p:pic>
      <p:sp>
        <p:nvSpPr>
          <p:cNvPr id="7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DD540AB-78A4-4554-B974-E73010B1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1pPr>
            <a:lvl2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2pPr>
            <a:lvl3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3pPr>
            <a:lvl4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4pPr>
            <a:lvl5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5pPr>
            <a:lvl6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6pPr>
            <a:lvl7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7pPr>
            <a:lvl8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8pPr>
            <a:lvl9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009061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ns0:Properties xmlns:ns0="http://schemas.openxmlformats.org/officeDocument/2006/extended-properties">
  <ns0:Application>Walnut Exporter</ns0:Application>
  <ns0:PresentationFormat>Converted Presentation</ns0:PresentationFormat>
  <ns0:Slides>1</ns0:Slides>
  <ns0:Notes>0</ns0:Notes>
  <ns0:HiddenSlides>0</ns0:HiddenSlides>
  <ns0:SharedDoc>false</ns0:SharedDoc>
  <ns0:DocSecurity>0</ns0:DocSecurity>
</ns0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2026-10-23T03:35:23.3300000Z</dcterms:created>
  <dcterms:modified xsi:type="dcterms:W3CDTF">2026-10-23T03:35:23.3300000Z</dcterms:modified>
</coreProperties>
</file>