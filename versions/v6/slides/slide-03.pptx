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58" r:id="Rd9a96654f8714c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3.xml" Id="Rd9a96654f8714c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1b3f936b0548cf" /><Relationship Type="http://schemas.openxmlformats.org/officeDocument/2006/relationships/notesMaster" Target="/ppt/notesMasters/notesMaster1.xml" Id="R860f512fc39f4132" /></Relationship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围绕让用户定义自己的工具这个目标，我们已经准备了接近十年。从早期 Matrix 产品，到 Mystrix，再到 MatrixOS 的开发接口与工具，我们一直在为第三方创造功能留出空间。AI 让更多人有能力参与进来，也让这份长期准备有了新的价值。接近十年的表述依据演讲者提供的品牌历史，不对应本页产品照片的上市年限。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品牌历史口径：演讲者提供。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https://203.io/products/matrix-founder-edition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https://203.io/products/mystrix-pro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讲述停顿：平台做了快十年，今天来了一位新同事。入职第一件事，还是读文档。（停一拍，再进入平台介绍。）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fdcd4de6e74385" /><Relationship Type="http://schemas.openxmlformats.org/officeDocument/2006/relationships/image" Target="/ppt/media/image.png" Id="R64eba6ba78fd43b0" /><Relationship Type="http://schemas.openxmlformats.org/officeDocument/2006/relationships/image" Target="/ppt/media/image2.png" Id="R9568fd8007894333" /><Relationship Type="http://schemas.openxmlformats.org/officeDocument/2006/relationships/image" Target="/ppt/media/image3.svg" Id="R9ff8d83dbb774b2b" /><Relationship Type="http://schemas.openxmlformats.org/officeDocument/2006/relationships/notesSlide" Target="/ppt/notesSlides/notesSlide3.xml" Id="Rd8e53ac9ca8e49c7" /></Relationships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203 接近十年的准备">
            <a:extLst xmlns:a="http://schemas.openxmlformats.org/drawingml/2006/main">
              <a:ext uri="{FF2B5EF4-FFF2-40B4-BE49-F238E27FC236}">
                <a16:creationId xmlns:a16="http://schemas.microsoft.com/office/drawing/2014/main" id="{F2FC6CBD-4209-4C3C-92E9-48DD8E8F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52600"/>
            <a:ext cx="10572480" cy="62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203 </a:t>
            </a: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接近十年的准备</a:t>
            </a:r>
            <a:endParaRPr sz="34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近 10 年">
            <a:extLst xmlns:a="http://schemas.openxmlformats.org/drawingml/2006/main">
              <a:ext uri="{FF2B5EF4-FFF2-40B4-BE49-F238E27FC236}">
                <a16:creationId xmlns:a16="http://schemas.microsoft.com/office/drawing/2014/main" id="{1E61BAD1-165D-4239-B8C7-6F601E30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00" y="1762200"/>
            <a:ext cx="5905080" cy="1352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近 </a:t>
            </a: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10 </a:t>
            </a: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年</a:t>
            </a:r>
            <a:endParaRPr sz="7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我们持续思考同一个问题">
            <a:extLst xmlns:a="http://schemas.openxmlformats.org/drawingml/2006/main">
              <a:ext uri="{FF2B5EF4-FFF2-40B4-BE49-F238E27FC236}">
                <a16:creationId xmlns:a16="http://schemas.microsoft.com/office/drawing/2014/main" id="{B39BF761-630B-4637-8171-1025BF61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40" y="3524400"/>
            <a:ext cx="59050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4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我们持续思考同一个问题</a:t>
            </a:r>
            <a:endParaRPr sz="2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如何让用户持续定义 自己手中的工具">
            <a:extLst xmlns:a="http://schemas.openxmlformats.org/drawingml/2006/main">
              <a:ext uri="{FF2B5EF4-FFF2-40B4-BE49-F238E27FC236}">
                <a16:creationId xmlns:a16="http://schemas.microsoft.com/office/drawing/2014/main" id="{0629E7AE-B2E7-40FD-B11A-9DF0C15F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40" y="4238640"/>
            <a:ext cx="6190920" cy="110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如何让用户持续定义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自己手中的工具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489389-7ECE-47D7-88F0-A27E13CCCE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ba6ba78fd43b0"/>
          <a:stretch xmlns:a="http://schemas.openxmlformats.org/drawingml/2006/main"/>
        </p:blipFill>
        <p:spPr>
          <a:xfrm xmlns:a="http://schemas.openxmlformats.org/drawingml/2006/main">
            <a:off x="7553160" y="1714680"/>
            <a:ext cx="4000320" cy="3333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8" name="Matrix Founder Edition">
            <a:extLst xmlns:a="http://schemas.openxmlformats.org/drawingml/2006/main">
              <a:ext uri="{FF2B5EF4-FFF2-40B4-BE49-F238E27FC236}">
                <a16:creationId xmlns:a16="http://schemas.microsoft.com/office/drawing/2014/main" id="{BC37B776-AFDD-4516-98F6-8C29127D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160" y="5315040"/>
            <a:ext cx="400032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Matrix Founder Edition</a:t>
            </a:r>
            <a:endParaRPr sz="16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90ACE5-265D-45D2-9530-8EE4439BA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8fd8007894333">
            <a:extLst>
              <a:ext uri="{96DAC541-7B7A-43D3-8B79-37D633B846F1}">
                <asvg:svgBlip xmlns:asvg="http://schemas.microsoft.com/office/drawing/2016/SVG/main" r:embed="R9ff8d83dbb774b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4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D86FE9-E72B-4F42-ACEC-CBE5D3A6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9826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