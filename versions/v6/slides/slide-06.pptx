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1" r:id="Rafd06c18f45b48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6.xml" Id="Rafd06c18f45b48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6102b495c84c9f" /><Relationship Type="http://schemas.openxmlformats.org/officeDocument/2006/relationships/notesMaster" Target="/ppt/notesMasters/notesMaster1.xml" Id="Rc3b8d32ce9ff4cac" /></Relationship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接下来是整个讲座最考验信仰的两个字。（翻到 Demo，停一拍。）如果它顺利跑起来，请把掌声也分一点给写文档的人。随后进入提前准备好的应用演奏与网页模拟器展示。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0a0709b48af47e6" /><Relationship Type="http://schemas.openxmlformats.org/officeDocument/2006/relationships/image" Target="/ppt/media/image6.png" Id="R18afc9e38f4b4468" /><Relationship Type="http://schemas.openxmlformats.org/officeDocument/2006/relationships/image" Target="/ppt/media/image7.svg" Id="Ra65e3be888f844c3" /><Relationship Type="http://schemas.openxmlformats.org/officeDocument/2006/relationships/notesSlide" Target="/ppt/notesSlides/notesSlide6.xml" Id="R7b5dd6213c2d44e1" /></Relationships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Demo">
            <a:extLst xmlns:a="http://schemas.openxmlformats.org/drawingml/2006/main">
              <a:ext uri="{FF2B5EF4-FFF2-40B4-BE49-F238E27FC236}">
                <a16:creationId xmlns:a16="http://schemas.microsoft.com/office/drawing/2014/main" id="{5B27F80A-A09F-4B87-AAA5-6204A2E6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ctr">
              <a:lnSpc>
                <a:spcPct val="115000"/>
              </a:lnSpc>
              <a:buNone/>
              <a:def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7875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Demo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034388-9E6E-4058-9EB7-8246C562445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afc9e38f4b4468">
            <a:extLst>
              <a:ext uri="{96DAC541-7B7A-43D3-8B79-37D633B846F1}">
                <asvg:svgBlip xmlns:asvg="http://schemas.microsoft.com/office/drawing/2016/SVG/main" r:embed="Ra65e3be888f844c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524625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92556F6-259C-406C-9DAC-5D640386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505575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732302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