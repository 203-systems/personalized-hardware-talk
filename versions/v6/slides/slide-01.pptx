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44f7433d70493d" /><Relationship Type="http://schemas.openxmlformats.org/officeDocument/2006/relationships/extended-properties" Target="/docProps/app.xml" Id="R656b9832c93b41ca" /><Relationship Type="http://schemas.openxmlformats.org/officeDocument/2006/relationships/officeDocument" Target="/ppt/presentation.xml" Id="Rd6f11c1e984e4e8c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e4f55805aa674b97"/>
  </p:sldMasterIdLst>
  <p:notesMasterIdLst>
    <p:notesMasterId r:id="R1cc2ac91e12146a2"/>
  </p:notesMasterIdLst>
  <p:sldIdLst>
    <p:sldId id="256" r:id="R7c5ad6cf9e6f40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b10165154d4047ab" /><Relationship Type="http://schemas.openxmlformats.org/officeDocument/2006/relationships/slideMaster" Target="/ppt/slideMasters/slideMaster1.xml" Id="Re4f55805aa674b97" /><Relationship Type="http://schemas.openxmlformats.org/officeDocument/2006/relationships/notesMaster" Target="/ppt/notesMasters/notesMaster1.xml" Id="R1cc2ac91e12146a2" /><Relationship Type="http://schemas.openxmlformats.org/officeDocument/2006/relationships/presProps" Target="/ppt/presProps.xml" Id="R8a6230baf3884fd7" /><Relationship Type="http://schemas.openxmlformats.org/officeDocument/2006/relationships/tableStyles" Target="/ppt/tableStyles.xml" Id="R435d4989fc5844e0" /><Relationship Type="http://schemas.openxmlformats.org/officeDocument/2006/relationships/slide" Target="/ppt/slides/slide1.xml" Id="R7c5ad6cf9e6f40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870db58cf540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a93fc7b8164aff" /><Relationship Type="http://schemas.openxmlformats.org/officeDocument/2006/relationships/notesMaster" Target="/ppt/notesMasters/notesMaster1.xml" Id="R755e3e0a61f141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今天的主题是“从你的创意到个性化硬件”，副标题是“基于开放硬件的 AI 辅助创作”。我们会从一个社区现象开始，聊一聊 203 的平台准备，再用同一个应用串起实体设备与网页模拟器。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标题：演讲者指定。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字体：HarmonyOS Sans SC，Copyright 2021 Huawei Device Co., Ltd.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https://developer.huawei.com/consumer/cn/design/resource-V1/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演讲视觉参考：https://www.smartisan.com/release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讲述与笑点为本次演讲原创。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29893ffa248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e28a43015249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da41c1788b42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4b0bd8b3a4f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5b70c4e5442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7cef458c3a4e58" /></Relationships>
</file>

<file path=ppt/slideLayouts/slideLayout1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54F20D1-7BF8-4C57-8E3F-BF97AFA9DA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590920"/>
            <a:ext cx="9753120" cy="99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blank" preserve="1">
  <p:cSld name="Title and One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414EEB-128C-4C42-869D-0DFC7C72DE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2978892-73BC-4776-8329-FFAF7EBF629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Blank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6FA7841-BC59-4EA3-AE1E-C3C2AEED1B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4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4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4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AC38521-AFC6-448F-89B2-F8E0D27072B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type="blank" preserve="1">
  <p:cSld name="Title and Two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E96F70F-88B8-4653-A318-BAFB970F3F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9F16385-3C8C-4B99-9961-8944816B02A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F7B2422D-5508-4088-8452-526AF9B5AD2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47712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Title and Body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78BEE5-3931-4F07-B032-251F95E0BF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CD9A0C9-2BD8-4E8F-B5AE-0E60D050AC7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1082016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 preserve="1">
  <p:cSld name="Section Head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64D5C14-8D1F-4705-AF24-2202E73F10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857680"/>
            <a:ext cx="975312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2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2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2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51da22bca54c82" /><Relationship Type="http://schemas.openxmlformats.org/officeDocument/2006/relationships/slideLayout" Target="/ppt/slideLayouts/slideLayout1.xml" Id="R1820ed41fd064745" /><Relationship Type="http://schemas.openxmlformats.org/officeDocument/2006/relationships/slideLayout" Target="/ppt/slideLayouts/slideLayout2.xml" Id="R3a116a1d3ba24fd5" /><Relationship Type="http://schemas.openxmlformats.org/officeDocument/2006/relationships/slideLayout" Target="/ppt/slideLayouts/slideLayout3.xml" Id="R7c91873f9a6c411a" /><Relationship Type="http://schemas.openxmlformats.org/officeDocument/2006/relationships/slideLayout" Target="/ppt/slideLayouts/slideLayout4.xml" Id="R9fafa4bffdb24d71" /><Relationship Type="http://schemas.openxmlformats.org/officeDocument/2006/relationships/slideLayout" Target="/ppt/slideLayouts/slideLayout5.xml" Id="R472d28552d1048ef" /><Relationship Type="http://schemas.openxmlformats.org/officeDocument/2006/relationships/slideLayout" Target="/ppt/slideLayouts/slideLayout6.xml" Id="Rb370cd1e5ef249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20ed41fd064745"/>
    <p:sldLayoutId xmlns:r="http://schemas.openxmlformats.org/officeDocument/2006/relationships" id="2147483650" r:id="R3a116a1d3ba24fd5"/>
    <p:sldLayoutId xmlns:r="http://schemas.openxmlformats.org/officeDocument/2006/relationships" id="2147483651" r:id="R7c91873f9a6c411a"/>
    <p:sldLayoutId xmlns:r="http://schemas.openxmlformats.org/officeDocument/2006/relationships" id="2147483652" r:id="R9fafa4bffdb24d71"/>
    <p:sldLayoutId xmlns:r="http://schemas.openxmlformats.org/officeDocument/2006/relationships" id="2147483653" r:id="R472d28552d1048ef"/>
    <p:sldLayoutId xmlns:r="http://schemas.openxmlformats.org/officeDocument/2006/relationships" id="2147483654" r:id="Rb370cd1e5ef249d5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3aff3390d5a49dd" /><Relationship Type="http://schemas.openxmlformats.org/officeDocument/2006/relationships/image" Target="/ppt/media/image.jpeg" Id="Rd6a51e3b372246e9" /><Relationship Type="http://schemas.openxmlformats.org/officeDocument/2006/relationships/image" Target="/ppt/media/image.svg" Id="R80b4251d82ac4041" /><Relationship Type="http://schemas.openxmlformats.org/officeDocument/2006/relationships/notesSlide" Target="/ppt/notesSlides/notesSlide1.xml" Id="Rc441df82824440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rom Your Ideas">
            <a:extLst xmlns:a="http://schemas.openxmlformats.org/drawingml/2006/main">
              <a:ext uri="{FF2B5EF4-FFF2-40B4-BE49-F238E27FC236}">
                <a16:creationId xmlns:a16="http://schemas.microsoft.com/office/drawing/2014/main" id="{6FB7D0CA-B32D-4799-8659-D6811ABD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540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540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540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从你的创意到个性化硬件</a:t>
            </a:r>
          </a:p>
        </p:txBody>
      </p:sp>
      <p:sp>
        <p:nvSpPr>
          <p:cNvPr id="2" name="to Personalized Hardware">
            <a:extLst xmlns:a="http://schemas.openxmlformats.org/drawingml/2006/main">
              <a:ext uri="{FF2B5EF4-FFF2-40B4-BE49-F238E27FC236}">
                <a16:creationId xmlns:a16="http://schemas.microsoft.com/office/drawing/2014/main" id="{D57ADAC4-27E3-4CD7-A57B-71D4A0BB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75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475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From Your Ideas to Personalized Hardware</a:t>
            </a:r>
          </a:p>
        </p:txBody>
      </p:sp>
      <p:sp>
        <p:nvSpPr>
          <p:cNvPr id="3" name="从你的创意到个性化硬件">
            <a:extLst xmlns:a="http://schemas.openxmlformats.org/drawingml/2006/main">
              <a:ext uri="{FF2B5EF4-FFF2-40B4-BE49-F238E27FC236}">
                <a16:creationId xmlns:a16="http://schemas.microsoft.com/office/drawing/2014/main" id="{EB5284A4-79C0-4CD9-97E1-6E2FE338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550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基于开放硬件的 AI 辅助创作</a:t>
            </a:r>
          </a:p>
        </p:txBody>
      </p:sp>
      <p:sp>
        <p:nvSpPr>
          <p:cNvPr id="4" name="Creating with AI on Open Hardware">
            <a:extLst xmlns:a="http://schemas.openxmlformats.org/drawingml/2006/main">
              <a:ext uri="{FF2B5EF4-FFF2-40B4-BE49-F238E27FC236}">
                <a16:creationId xmlns:a16="http://schemas.microsoft.com/office/drawing/2014/main" id="{C04F734F-20F4-4951-AE18-4090AEC6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01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25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Creating with AI on Open Hardware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80CFA-9BC3-414F-9628-48BA3A3CC4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a51e3b372246e9">
            <a:extLst>
              <a:ext uri="{96DAC541-7B7A-43D3-8B79-37D633B846F1}">
                <asvg:svgBlip xmlns:asvg="http://schemas.microsoft.com/office/drawing/2016/SVG/main" r:embed="R80b4251d82ac404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524625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24B6E1B-0FCA-473D-BFFA-34CA7616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055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209503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1</ns0:Slides>
  <ns0:Notes>0</ns0:Notes>
  <ns0:HiddenSlides>0</ns0:HiddenSlides>
  <ns0:SharedDoc>false</ns0:SharedDoc>
  <ns0:DocSecurity>0</ns0:DocSecurity>
</ns0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2026-10-23T03:35:23.3300000Z</dcterms:created>
  <dcterms:modified xsi:type="dcterms:W3CDTF">2026-10-23T03:35:23.3300000Z</dcterms:modified>
</coreProperties>
</file>