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59" r:id="R1dc20efe7e4d42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4.xml" Id="R1dc20efe7e4d42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80a199e444a58" /><Relationship Type="http://schemas.openxmlformats.org/officeDocument/2006/relationships/notesMaster" Target="/ppt/notesMasters/notesMaster1.xml" Id="Rf30b599421e540aa" /></Relationship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这里把产品关系讲清楚。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203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提供硬件，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提供系统与应用接口，开发者在系统之上创造自己的功能。官方文档提供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C++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两种开发入口，也提供浏览器中的开发工具包。今天的演示使用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，让大家关注应用本身的想法，而不必先处理底层驱动。当前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4.0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文档和工具包标注为测试阶段。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标志：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官方仓库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Resources/MatrixOS_White.svg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4309d7682b4436" /><Relationship Type="http://schemas.openxmlformats.org/officeDocument/2006/relationships/image" Target="/ppt/media/image3.png" Id="R3f0ad06f279f455f" /><Relationship Type="http://schemas.openxmlformats.org/officeDocument/2006/relationships/image" Target="/ppt/media/image4.svg" Id="R5f818b4f97764bb9" /><Relationship Type="http://schemas.openxmlformats.org/officeDocument/2006/relationships/image" Target="/ppt/media/image4.png" Id="R5631cf6d144c4318" /><Relationship Type="http://schemas.openxmlformats.org/officeDocument/2006/relationships/image" Target="/ppt/media/image5.svg" Id="R3e9367717feb41a4" /><Relationship Type="http://schemas.openxmlformats.org/officeDocument/2006/relationships/notesSlide" Target="/ppt/notesSlides/notesSlide4.xml" Id="Rc235740b695e410b" /></Relationships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EAD4B4-1E68-462C-A1B8-EAF75595C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ad06f279f455f">
            <a:extLst>
              <a:ext uri="{96DAC541-7B7A-43D3-8B79-37D633B846F1}">
                <asvg:svgBlip xmlns:asvg="http://schemas.microsoft.com/office/drawing/2016/SVG/main" r:embed="R5f818b4f97764bb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125" y="571500"/>
            <a:ext cx="493395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" name="面向软件定义控制器的开放系统">
            <a:extLst xmlns:a="http://schemas.openxmlformats.org/drawingml/2006/main">
              <a:ext uri="{FF2B5EF4-FFF2-40B4-BE49-F238E27FC236}">
                <a16:creationId xmlns:a16="http://schemas.microsoft.com/office/drawing/2014/main" id="{32146352-828B-4179-9B57-11C44FAE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52480"/>
            <a:ext cx="105724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面向软件定义控制器的开放系统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硬件">
            <a:extLst xmlns:a="http://schemas.openxmlformats.org/drawingml/2006/main">
              <a:ext uri="{FF2B5EF4-FFF2-40B4-BE49-F238E27FC236}">
                <a16:creationId xmlns:a16="http://schemas.microsoft.com/office/drawing/2014/main" id="{ACE80994-5B9D-42F2-A098-1F8C8FEA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2876400"/>
            <a:ext cx="2381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硬件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系统">
            <a:extLst xmlns:a="http://schemas.openxmlformats.org/drawingml/2006/main">
              <a:ext uri="{FF2B5EF4-FFF2-40B4-BE49-F238E27FC236}">
                <a16:creationId xmlns:a16="http://schemas.microsoft.com/office/drawing/2014/main" id="{7037B384-CDD8-4850-8027-3FF3FE1C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3819600"/>
            <a:ext cx="2381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系统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开发者">
            <a:extLst xmlns:a="http://schemas.openxmlformats.org/drawingml/2006/main">
              <a:ext uri="{FF2B5EF4-FFF2-40B4-BE49-F238E27FC236}">
                <a16:creationId xmlns:a16="http://schemas.microsoft.com/office/drawing/2014/main" id="{BDAEAB0A-A04E-4451-8332-31E00A8D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762440"/>
            <a:ext cx="2381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开发者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Mystrix 的输入、灯光与连接能力">
            <a:extLst xmlns:a="http://schemas.openxmlformats.org/drawingml/2006/main">
              <a:ext uri="{FF2B5EF4-FFF2-40B4-BE49-F238E27FC236}">
                <a16:creationId xmlns:a16="http://schemas.microsoft.com/office/drawing/2014/main" id="{218AD02F-D2C1-4440-8766-DCF6EE93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20" y="2895480"/>
            <a:ext cx="7943400" cy="43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的输入、灯光与连接能力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公开 API、Python 与 C++ 开发入口">
            <a:extLst xmlns:a="http://schemas.openxmlformats.org/drawingml/2006/main">
              <a:ext uri="{FF2B5EF4-FFF2-40B4-BE49-F238E27FC236}">
                <a16:creationId xmlns:a16="http://schemas.microsoft.com/office/drawing/2014/main" id="{75578FFE-9B22-47CB-9D3A-E335F55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20" y="3838680"/>
            <a:ext cx="7943400" cy="43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公开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、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Python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C++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开发入口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官方文档、示例与网页开发工具包">
            <a:extLst xmlns:a="http://schemas.openxmlformats.org/drawingml/2006/main">
              <a:ext uri="{FF2B5EF4-FFF2-40B4-BE49-F238E27FC236}">
                <a16:creationId xmlns:a16="http://schemas.microsoft.com/office/drawing/2014/main" id="{656E04B4-1204-4288-B8E3-61171059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20" y="4781520"/>
            <a:ext cx="7943400" cy="43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官方文档、示例与网页开发工具包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让自己的应用，使用设备已有的能力">
            <a:extLst xmlns:a="http://schemas.openxmlformats.org/drawingml/2006/main">
              <a:ext uri="{FF2B5EF4-FFF2-40B4-BE49-F238E27FC236}">
                <a16:creationId xmlns:a16="http://schemas.microsoft.com/office/drawing/2014/main" id="{2C3452E3-58B9-4AF5-A2C1-2FA863BE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877000"/>
            <a:ext cx="1047708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让自己的应用，使用设备已有的能力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846EFE-F500-4D71-B7AD-BAFBD36DA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1cf6d144c4318">
            <a:extLst>
              <a:ext uri="{96DAC541-7B7A-43D3-8B79-37D633B846F1}">
                <asvg:svgBlip xmlns:asvg="http://schemas.microsoft.com/office/drawing/2016/SVG/main" r:embed="R3e9367717feb41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5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E35D7F-C350-454A-95C9-D260890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2034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