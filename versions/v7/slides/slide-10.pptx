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5" r:id="R06b7db1b9864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0.xml" Id="R06b7db1b9864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d2a5b8c4b4824" /><Relationship Type="http://schemas.openxmlformats.org/officeDocument/2006/relationships/notesMaster" Target="/ppt/notesMasters/notesMaster1.xml" Id="Re83db76b38954177" /></Relationship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对创作者是一个非常好的机会，很多过去只能停留在想法中的功能，现在更容易做出来。但好的硬件仍然有门槛。原型可以很快，手感、可靠性和制造质量却需要长期积累。我们希望提供更多工具形态和不同价位的产品，同时继续建设分享、复用、版本兼容和协作的生态。已有的官方文档、应用入口与开发工具是基础，完整生态仍需要和社区一起持续建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未来产品与生态方向：演讲者提供。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结构图：https://203.io/cdn/shop/files/Exploded_View_2.png?v=1725254982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讲述停顿：代码生成得很快，但按键手感不会跟着一起生成。（停一拍。）这正是硬件团队仍要花时间反复打磨的部分。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90e5a5f3614ff2" /><Relationship Type="http://schemas.openxmlformats.org/officeDocument/2006/relationships/image" Target="/ppt/media/image10.png" Id="R1339e017bd38432f" /><Relationship Type="http://schemas.openxmlformats.org/officeDocument/2006/relationships/image" Target="/ppt/media/image11.svg" Id="R80f470ae3d574cef" /><Relationship Type="http://schemas.openxmlformats.org/officeDocument/2006/relationships/notesSlide" Target="/ppt/notesSlides/notesSlide10.xml" Id="R15ad39666449409e" /></Relationships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让更多创意，拥有合适的硬件">
            <a:extLst xmlns:a="http://schemas.openxmlformats.org/drawingml/2006/main">
              <a:ext uri="{FF2B5EF4-FFF2-40B4-BE49-F238E27FC236}">
                <a16:creationId xmlns:a16="http://schemas.microsoft.com/office/drawing/2014/main" id="{4F42898E-FEBE-40E3-A117-F03749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让更多创意，拥有合适的硬件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更多工具形态 更广价格覆盖">
            <a:extLst xmlns:a="http://schemas.openxmlformats.org/drawingml/2006/main">
              <a:ext uri="{FF2B5EF4-FFF2-40B4-BE49-F238E27FC236}">
                <a16:creationId xmlns:a16="http://schemas.microsoft.com/office/drawing/2014/main" id="{CACF8333-DA81-46BE-BBFE-DC08EB4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7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更多工具形态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更广价格覆盖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让作品更容易分享、复用与继续开发">
            <a:extLst xmlns:a="http://schemas.openxmlformats.org/drawingml/2006/main">
              <a:ext uri="{FF2B5EF4-FFF2-40B4-BE49-F238E27FC236}">
                <a16:creationId xmlns:a16="http://schemas.microsoft.com/office/drawing/2014/main" id="{25B4BD64-F8E0-4EC8-BB12-55240FA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让作品更容易分享、复用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与继续开发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AI 让软件实现更容易 硬件体验仍需要长期积累">
            <a:extLst xmlns:a="http://schemas.openxmlformats.org/drawingml/2006/main">
              <a:ext uri="{FF2B5EF4-FFF2-40B4-BE49-F238E27FC236}">
                <a16:creationId xmlns:a16="http://schemas.microsoft.com/office/drawing/2014/main" id="{6A4CD2EC-2E36-48C1-9B46-500CF7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37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让软件实现更容易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硬件体验仍需要长期积累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手感、可靠性与制造，是我们持续投入的基础">
            <a:extLst xmlns:a="http://schemas.openxmlformats.org/drawingml/2006/main">
              <a:ext uri="{FF2B5EF4-FFF2-40B4-BE49-F238E27FC236}">
                <a16:creationId xmlns:a16="http://schemas.microsoft.com/office/drawing/2014/main" id="{9E983463-0529-4839-A7E1-C549C4B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代码生成很快，按键手感不会跟着一起生成。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3F3D88-5E44-492D-8F53-544D05095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/>
          <a:stretch xmlns:a="http://schemas.openxmlformats.org/drawingml/2006/main"/>
        </p:blipFill>
        <p:spPr>
          <a:xfrm xmlns:a="http://schemas.openxmlformats.org/drawingml/2006/main">
            <a:off x="7143750" y="1752600"/>
            <a:ext cx="4438650" cy="4438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4B5E02-66F1-4F04-8072-7394E8832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>
            <a:extLst>
              <a:ext uri="{96DAC541-7B7A-43D3-8B79-37D633B846F1}">
                <asvg:svgBlip xmlns:asvg="http://schemas.microsoft.com/office/drawing/2016/SVG/main" r:embed="R80f470ae3d57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9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A9C3F7-B937-47AF-BFF5-C40F62F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377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