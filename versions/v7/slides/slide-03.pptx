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4f7433d70493d" /><Relationship Type="http://schemas.openxmlformats.org/officeDocument/2006/relationships/extended-properties" Target="/docProps/app.xml" Id="R656b9832c93b41ca" /><Relationship Type="http://schemas.openxmlformats.org/officeDocument/2006/relationships/officeDocument" Target="/ppt/presentation.xml" Id="Rd6f11c1e984e4e8c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e4f55805aa674b97"/>
  </p:sldMasterIdLst>
  <p:notesMasterIdLst>
    <p:notesMasterId r:id="R1cc2ac91e12146a2"/>
  </p:notesMasterIdLst>
  <p:sldIdLst>
    <p:sldId id="258" r:id="Rd9a96654f8714c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b10165154d4047ab" /><Relationship Type="http://schemas.openxmlformats.org/officeDocument/2006/relationships/slideMaster" Target="/ppt/slideMasters/slideMaster1.xml" Id="Re4f55805aa674b97" /><Relationship Type="http://schemas.openxmlformats.org/officeDocument/2006/relationships/notesMaster" Target="/ppt/notesMasters/notesMaster1.xml" Id="R1cc2ac91e12146a2" /><Relationship Type="http://schemas.openxmlformats.org/officeDocument/2006/relationships/presProps" Target="/ppt/presProps.xml" Id="R8a6230baf3884fd7" /><Relationship Type="http://schemas.openxmlformats.org/officeDocument/2006/relationships/tableStyles" Target="/ppt/tableStyles.xml" Id="R435d4989fc5844e0" /><Relationship Type="http://schemas.openxmlformats.org/officeDocument/2006/relationships/slide" Target="/ppt/slides/slide3.xml" Id="Rd9a96654f8714c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70db58cf5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1b3f936b0548cf" /><Relationship Type="http://schemas.openxmlformats.org/officeDocument/2006/relationships/notesMaster" Target="/ppt/notesMasters/notesMaster1.xml" Id="R860f512fc39f4132" /></Relationship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围绕让用户定义自己的工具这个目标，我们已经准备了接近十年。从早期 Matrix 产品，到 Mystrix，再到 MatrixOS 的开发接口与工具，我们一直在为第三方创造功能留出空间。AI 让更多人有能力参与进来，也让这份长期准备有了新的价值。接近十年的表述依据演讲者提供的品牌历史，不对应本页产品照片的上市年限。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品牌历史口径：演讲者提供。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https://203.io/products/matrix-founder-edition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https://203.io/products/mystrix-pro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讲述停顿：平台做了快十年，今天来了一位新同事。入职第一件事，还是读文档。（停一拍，再进入平台介绍。）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29893ffa248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28a43015249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a41c1788b42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4b0bd8b3a4f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5b70c4e5442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cef458c3a4e58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54F20D1-7BF8-4C57-8E3F-BF97AFA9D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 and One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414EEB-128C-4C42-869D-0DFC7C72D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2978892-73BC-4776-8329-FFAF7EBF629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6FA7841-BC59-4EA3-AE1E-C3C2AEED1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4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AC38521-AFC6-448F-89B2-F8E0D27072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 and Two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96F70F-88B8-4653-A318-BAFB970F3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9F16385-3C8C-4B99-9961-8944816B02A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7B2422D-5508-4088-8452-526AF9B5AD2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Title and Bod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78BEE5-3931-4F07-B032-251F95E0BF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CD9A0C9-2BD8-4E8F-B5AE-0E60D050AC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4D5C14-8D1F-4705-AF24-2202E73F1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2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51da22bca54c82" /><Relationship Type="http://schemas.openxmlformats.org/officeDocument/2006/relationships/slideLayout" Target="/ppt/slideLayouts/slideLayout1.xml" Id="R1820ed41fd064745" /><Relationship Type="http://schemas.openxmlformats.org/officeDocument/2006/relationships/slideLayout" Target="/ppt/slideLayouts/slideLayout2.xml" Id="R3a116a1d3ba24fd5" /><Relationship Type="http://schemas.openxmlformats.org/officeDocument/2006/relationships/slideLayout" Target="/ppt/slideLayouts/slideLayout3.xml" Id="R7c91873f9a6c411a" /><Relationship Type="http://schemas.openxmlformats.org/officeDocument/2006/relationships/slideLayout" Target="/ppt/slideLayouts/slideLayout4.xml" Id="R9fafa4bffdb24d71" /><Relationship Type="http://schemas.openxmlformats.org/officeDocument/2006/relationships/slideLayout" Target="/ppt/slideLayouts/slideLayout5.xml" Id="R472d28552d1048ef" /><Relationship Type="http://schemas.openxmlformats.org/officeDocument/2006/relationships/slideLayout" Target="/ppt/slideLayouts/slideLayout6.xml" Id="Rb370cd1e5ef249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0ed41fd064745"/>
    <p:sldLayoutId xmlns:r="http://schemas.openxmlformats.org/officeDocument/2006/relationships" id="2147483650" r:id="R3a116a1d3ba24fd5"/>
    <p:sldLayoutId xmlns:r="http://schemas.openxmlformats.org/officeDocument/2006/relationships" id="2147483651" r:id="R7c91873f9a6c411a"/>
    <p:sldLayoutId xmlns:r="http://schemas.openxmlformats.org/officeDocument/2006/relationships" id="2147483652" r:id="R9fafa4bffdb24d71"/>
    <p:sldLayoutId xmlns:r="http://schemas.openxmlformats.org/officeDocument/2006/relationships" id="2147483653" r:id="R472d28552d1048ef"/>
    <p:sldLayoutId xmlns:r="http://schemas.openxmlformats.org/officeDocument/2006/relationships" id="2147483654" r:id="Rb370cd1e5ef249d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bfdcd4de6e74385" /><Relationship Type="http://schemas.openxmlformats.org/officeDocument/2006/relationships/image" Target="/ppt/media/image.png" Id="R64eba6ba78fd43b0" /><Relationship Type="http://schemas.openxmlformats.org/officeDocument/2006/relationships/image" Target="/ppt/media/image2.png" Id="R9568fd8007894333" /><Relationship Type="http://schemas.openxmlformats.org/officeDocument/2006/relationships/image" Target="/ppt/media/image3.svg" Id="R9ff8d83dbb774b2b" /><Relationship Type="http://schemas.openxmlformats.org/officeDocument/2006/relationships/notesSlide" Target="/ppt/notesSlides/notesSlide3.xml" Id="Rd8e53ac9ca8e49c7" /></Relationships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203 接近十年的准备">
            <a:extLst xmlns:a="http://schemas.openxmlformats.org/drawingml/2006/main">
              <a:ext uri="{FF2B5EF4-FFF2-40B4-BE49-F238E27FC236}">
                <a16:creationId xmlns:a16="http://schemas.microsoft.com/office/drawing/2014/main" id="{F2FC6CBD-4209-4C3C-92E9-48DD8E8F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00">
                <a:latin typeface="HarmonyOS Sans SC"/>
                <a:ea typeface="HarmonyOS Sans SC"/>
                <a:cs typeface="HarmonyOS Sans SC"/>
              </a:defRPr>
            </a:pPr>
            <a:r>
              <a:rPr sz="33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203 </a:t>
            </a:r>
            <a:r>
              <a:rPr sz="33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接近十年的准备</a:t>
            </a:r>
            <a:endParaRPr sz="34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近 10 年">
            <a:extLst xmlns:a="http://schemas.openxmlformats.org/drawingml/2006/main">
              <a:ext uri="{FF2B5EF4-FFF2-40B4-BE49-F238E27FC236}">
                <a16:creationId xmlns:a16="http://schemas.microsoft.com/office/drawing/2014/main" id="{1E61BAD1-165D-4239-B8C7-6F601E30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3721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8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78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78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78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78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78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78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78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78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78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7800">
                <a:latin typeface="HarmonyOS Sans SC"/>
                <a:ea typeface="HarmonyOS Sans SC"/>
                <a:cs typeface="HarmonyOS Sans SC"/>
              </a:defRPr>
            </a:pPr>
            <a:r>
              <a:rPr sz="78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近 </a:t>
            </a:r>
            <a:r>
              <a:rPr sz="78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10 </a:t>
            </a:r>
            <a:r>
              <a:rPr sz="78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年</a:t>
            </a:r>
            <a:endParaRPr sz="7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我们持续思考同一个问题">
            <a:extLst xmlns:a="http://schemas.openxmlformats.org/drawingml/2006/main">
              <a:ext uri="{FF2B5EF4-FFF2-40B4-BE49-F238E27FC236}">
                <a16:creationId xmlns:a16="http://schemas.microsoft.com/office/drawing/2014/main" id="{B39BF761-630B-4637-8171-1025BF61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37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>
                <a:latin typeface="HarmonyOS Sans SC"/>
                <a:ea typeface="HarmonyOS Sans SC"/>
                <a:cs typeface="HarmonyOS Sans SC"/>
              </a:defRPr>
            </a:pPr>
            <a:r>
              <a:rPr sz="19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我们持续思考同一个问题</a:t>
            </a:r>
            <a:endParaRPr sz="2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如何让用户持续定义 自己手中的工具">
            <a:extLst xmlns:a="http://schemas.openxmlformats.org/drawingml/2006/main">
              <a:ext uri="{FF2B5EF4-FFF2-40B4-BE49-F238E27FC236}">
                <a16:creationId xmlns:a16="http://schemas.microsoft.com/office/drawing/2014/main" id="{0629E7AE-B2E7-40FD-B11A-9DF0C15F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5372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000">
                <a:latin typeface="HarmonyOS Sans SC"/>
                <a:ea typeface="HarmonyOS Sans SC"/>
                <a:cs typeface="HarmonyOS Sans SC"/>
              </a:defRPr>
            </a:pPr>
            <a:r>
              <a:rPr sz="30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如何让用户持续定义</a:t>
            </a:r>
            <a:endParaRPr sz="31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3000">
                <a:latin typeface="HarmonyOS Sans SC"/>
                <a:ea typeface="HarmonyOS Sans SC"/>
                <a:cs typeface="HarmonyOS Sans SC"/>
              </a:defRPr>
            </a:pPr>
            <a:r>
              <a:rPr sz="30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自己手中的工具</a:t>
            </a:r>
            <a:endParaRPr sz="31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489389-7ECE-47D7-88F0-A27E13CCCE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ba6ba78fd43b0"/>
          <a:stretch xmlns:a="http://schemas.openxmlformats.org/drawingml/2006/main"/>
        </p:blipFill>
        <p:spPr>
          <a:xfrm xmlns:a="http://schemas.openxmlformats.org/drawingml/2006/main">
            <a:off x="7143750" y="1905000"/>
            <a:ext cx="4438650" cy="3698476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8" name="Matrix Founder Edition">
            <a:extLst xmlns:a="http://schemas.openxmlformats.org/drawingml/2006/main">
              <a:ext uri="{FF2B5EF4-FFF2-40B4-BE49-F238E27FC236}">
                <a16:creationId xmlns:a16="http://schemas.microsoft.com/office/drawing/2014/main" id="{BC37B776-AFDD-4516-98F6-8C29127D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79120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>
                <a:latin typeface="HarmonyOS Sans SC"/>
                <a:ea typeface="HarmonyOS Sans SC"/>
                <a:cs typeface="HarmonyOS Sans SC"/>
              </a:defRPr>
            </a:pPr>
            <a:r>
              <a:rPr sz="16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Matrix Founder Edition</a:t>
            </a:r>
            <a:endParaRPr sz="16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90ACE5-265D-45D2-9530-8EE4439BA0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8fd8007894333">
            <a:extLst>
              <a:ext uri="{96DAC541-7B7A-43D3-8B79-37D633B846F1}">
                <asvg:svgBlip xmlns:asvg="http://schemas.microsoft.com/office/drawing/2016/SVG/main" r:embed="R9ff8d83dbb774b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400800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4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3D86FE9-E72B-4F42-ACEC-CBE5D3A6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698263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2026-10-23T03:35:23.3300000Z</dcterms:created>
  <dcterms:modified xsi:type="dcterms:W3CDTF">2026-10-23T03:35:23.3300000Z</dcterms:modified>
</coreProperties>
</file>