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44f7433d70493d" /><Relationship Type="http://schemas.openxmlformats.org/officeDocument/2006/relationships/extended-properties" Target="/docProps/app.xml" Id="R656b9832c93b41ca" /><Relationship Type="http://schemas.openxmlformats.org/officeDocument/2006/relationships/officeDocument" Target="/ppt/presentation.xml" Id="Rd6f11c1e984e4e8c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e4f55805aa674b97"/>
  </p:sldMasterIdLst>
  <p:notesMasterIdLst>
    <p:notesMasterId r:id="R1cc2ac91e12146a2"/>
  </p:notesMasterIdLst>
  <p:sldIdLst>
    <p:sldId id="260" r:id="R95934145a6eb41f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Relationships xmlns="http://schemas.openxmlformats.org/package/2006/relationships"><Relationship Type="http://schemas.openxmlformats.org/officeDocument/2006/relationships/theme" Target="/ppt/theme/theme1.xml" Id="Rb10165154d4047ab" /><Relationship Type="http://schemas.openxmlformats.org/officeDocument/2006/relationships/slideMaster" Target="/ppt/slideMasters/slideMaster1.xml" Id="Re4f55805aa674b97" /><Relationship Type="http://schemas.openxmlformats.org/officeDocument/2006/relationships/notesMaster" Target="/ppt/notesMasters/notesMaster1.xml" Id="R1cc2ac91e12146a2" /><Relationship Type="http://schemas.openxmlformats.org/officeDocument/2006/relationships/presProps" Target="/ppt/presProps.xml" Id="R8a6230baf3884fd7" /><Relationship Type="http://schemas.openxmlformats.org/officeDocument/2006/relationships/tableStyles" Target="/ppt/tableStyles.xml" Id="R435d4989fc5844e0" /><Relationship Type="http://schemas.openxmlformats.org/officeDocument/2006/relationships/slide" Target="/ppt/slides/slide5.xml" Id="R95934145a6eb41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870db58cf540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817fcc28dbb48e3" /><Relationship Type="http://schemas.openxmlformats.org/officeDocument/2006/relationships/notesMaster" Target="/ppt/notesMasters/notesMaster1.xml" Id="Rd1f1c7b318544a06" /></Relationship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社区定制固件已经证明了用户创造新功能的需求。这里的比较对象是基于封闭平台的适配方式，不是对所有第三方项目作统一判断。原生开放的平台可以从接口、文档、调试和验证入口开始，就支持应用开发。我们的目标是让维护这些基础的工作更集中，让开发者把更多时间放到自己的应用上。系统演进仍需要兼容性工作，我们不承诺所有应用永远无需修改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资料来源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https://matrix.203.io/docs/Developer/MatrixOSBasics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https://matrix.203.io/docs/Developer/MatrixOSDeveloperToolkit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https://matrix.203.io/docs/Developer/PythonApplication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029893ffa2485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e28a43015249a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da41c1788b420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64b0bd8b3a4f3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05b70c4e54421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7cef458c3a4e58" /></Relationships>
</file>

<file path=ppt/slideLayouts/slideLayout1.xml><?xml version="1.0" encoding="utf-8"?>
<p:sldLayout xmlns:p="http://schemas.openxmlformats.org/presentationml/2006/main" type="title" preserve="1">
  <p:cSld name="Title Slide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54F20D1-7BF8-4C57-8E3F-BF97AFA9DA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320" y="2590920"/>
            <a:ext cx="9753120" cy="990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4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4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4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2.xml><?xml version="1.0" encoding="utf-8"?>
<p:sldLayout xmlns:p="http://schemas.openxmlformats.org/presentationml/2006/main" type="blank" preserve="1">
  <p:cSld name="Title and One Column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D9414EEB-128C-4C42-869D-0DFC7C72DE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520"/>
            <a:ext cx="10820160" cy="83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33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3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33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42978892-73BC-4776-8329-FFAF7EBF6290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85800" y="1905120"/>
            <a:ext cx="502884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3.xml><?xml version="1.0" encoding="utf-8"?>
<p:sldLayout xmlns:p="http://schemas.openxmlformats.org/presentationml/2006/main" type="blank" preserve="1">
  <p:cSld name="Blank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F6FA7841-BC59-4EA3-AE1E-C3C2AEED1B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44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44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44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5AC38521-AFC6-448F-89B2-F8E0D27072BF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1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1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1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1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1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4.xml><?xml version="1.0" encoding="utf-8"?>
<p:sldLayout xmlns:p="http://schemas.openxmlformats.org/presentationml/2006/main" type="blank" preserve="1">
  <p:cSld name="Title and Two Column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E96F70F-88B8-4653-A318-BAFB970F3F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520"/>
            <a:ext cx="10820160" cy="83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33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3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33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89F16385-3C8C-4B99-9961-8944816B02A6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85800" y="1905120"/>
            <a:ext cx="502884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F7B2422D-5508-4088-8452-526AF9B5AD22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477120" y="1905120"/>
            <a:ext cx="502884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blank" preserve="1">
  <p:cSld name="Title and Body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D978BEE5-3931-4F07-B032-251F95E0BF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520"/>
            <a:ext cx="10820160" cy="83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33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3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33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0CD9A0C9-2BD8-4E8F-B5AE-0E60D050AC74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85800" y="1905120"/>
            <a:ext cx="1082016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6.xml><?xml version="1.0" encoding="utf-8"?>
<p:sldLayout xmlns:p="http://schemas.openxmlformats.org/presentationml/2006/main" type="blank" preserve="1">
  <p:cSld name="Section Header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364D5C14-8D1F-4705-AF24-2202E73F10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320" y="2857680"/>
            <a:ext cx="9753120" cy="1142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42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42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42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51da22bca54c82" /><Relationship Type="http://schemas.openxmlformats.org/officeDocument/2006/relationships/slideLayout" Target="/ppt/slideLayouts/slideLayout1.xml" Id="R1820ed41fd064745" /><Relationship Type="http://schemas.openxmlformats.org/officeDocument/2006/relationships/slideLayout" Target="/ppt/slideLayouts/slideLayout2.xml" Id="R3a116a1d3ba24fd5" /><Relationship Type="http://schemas.openxmlformats.org/officeDocument/2006/relationships/slideLayout" Target="/ppt/slideLayouts/slideLayout3.xml" Id="R7c91873f9a6c411a" /><Relationship Type="http://schemas.openxmlformats.org/officeDocument/2006/relationships/slideLayout" Target="/ppt/slideLayouts/slideLayout4.xml" Id="R9fafa4bffdb24d71" /><Relationship Type="http://schemas.openxmlformats.org/officeDocument/2006/relationships/slideLayout" Target="/ppt/slideLayouts/slideLayout5.xml" Id="R472d28552d1048ef" /><Relationship Type="http://schemas.openxmlformats.org/officeDocument/2006/relationships/slideLayout" Target="/ppt/slideLayouts/slideLayout6.xml" Id="Rb370cd1e5ef249d5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20ed41fd064745"/>
    <p:sldLayoutId xmlns:r="http://schemas.openxmlformats.org/officeDocument/2006/relationships" id="2147483650" r:id="R3a116a1d3ba24fd5"/>
    <p:sldLayoutId xmlns:r="http://schemas.openxmlformats.org/officeDocument/2006/relationships" id="2147483651" r:id="R7c91873f9a6c411a"/>
    <p:sldLayoutId xmlns:r="http://schemas.openxmlformats.org/officeDocument/2006/relationships" id="2147483652" r:id="R9fafa4bffdb24d71"/>
    <p:sldLayoutId xmlns:r="http://schemas.openxmlformats.org/officeDocument/2006/relationships" id="2147483653" r:id="R472d28552d1048ef"/>
    <p:sldLayoutId xmlns:r="http://schemas.openxmlformats.org/officeDocument/2006/relationships" id="2147483654" r:id="Rb370cd1e5ef249d5"/>
  </p:sldLayoutIdLst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e40fc80948a41d6" /><Relationship Type="http://schemas.openxmlformats.org/officeDocument/2006/relationships/image" Target="/ppt/media/image5.png" Id="R3960db476aa3429c" /><Relationship Type="http://schemas.openxmlformats.org/officeDocument/2006/relationships/image" Target="/ppt/media/image6.svg" Id="Re17a551dcdce4b74" /><Relationship Type="http://schemas.openxmlformats.org/officeDocument/2006/relationships/notesSlide" Target="/ppt/notesSlides/notesSlide5.xml" Id="Rab8943a886944e06" /></Relationships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原生支持，让开发更容易持续">
            <a:extLst xmlns:a="http://schemas.openxmlformats.org/drawingml/2006/main">
              <a:ext uri="{FF2B5EF4-FFF2-40B4-BE49-F238E27FC236}">
                <a16:creationId xmlns:a16="http://schemas.microsoft.com/office/drawing/2014/main" id="{D240E045-FEBB-4687-BB1E-365E940B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33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33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33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33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33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33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33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33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33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3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330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原生开放开发的基础</a:t>
            </a:r>
            <a:endParaRPr sz="34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" name="基于封闭平台的第三方适配">
            <a:extLst xmlns:a="http://schemas.openxmlformats.org/drawingml/2006/main">
              <a:ext uri="{FF2B5EF4-FFF2-40B4-BE49-F238E27FC236}">
                <a16:creationId xmlns:a16="http://schemas.microsoft.com/office/drawing/2014/main" id="{1E1B32E4-3C11-4202-BB82-DB12247A4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5372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210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210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210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210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210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210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210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210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210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100" b="1" u="none" strike="noStrike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基于封闭平台的第三方适配</a:t>
            </a:r>
            <a:endParaRPr sz="217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" name="MatrixOS 的开发基础">
            <a:extLst xmlns:a="http://schemas.openxmlformats.org/drawingml/2006/main">
              <a:ext uri="{FF2B5EF4-FFF2-40B4-BE49-F238E27FC236}">
                <a16:creationId xmlns:a16="http://schemas.microsoft.com/office/drawing/2014/main" id="{C89A5415-540D-4FD0-BDDB-CED6E9E6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33600"/>
            <a:ext cx="5372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100" b="1" u="none" strike="noStrike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rPr>
              <a:t>MatrixOS </a:t>
            </a:r>
            <a:r>
              <a:rPr sz="2100" b="1" u="none" strike="noStrike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rPr>
              <a:t>的开发基础</a:t>
            </a:r>
            <a:endParaRPr sz="217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" name="接口可能依赖逆向或社区整理">
            <a:extLst xmlns:a="http://schemas.openxmlformats.org/drawingml/2006/main">
              <a:ext uri="{FF2B5EF4-FFF2-40B4-BE49-F238E27FC236}">
                <a16:creationId xmlns:a16="http://schemas.microsoft.com/office/drawing/2014/main" id="{DE76C1C9-D1BD-402B-9DC0-DADD616D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5372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19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19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19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19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19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19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19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19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19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9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950" b="0" u="none" strike="noStrike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接口可能依赖逆向或社区整理</a:t>
            </a:r>
            <a:endParaRPr sz="202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" name="需要自行建立测试与调试路径">
            <a:extLst xmlns:a="http://schemas.openxmlformats.org/drawingml/2006/main">
              <a:ext uri="{FF2B5EF4-FFF2-40B4-BE49-F238E27FC236}">
                <a16:creationId xmlns:a16="http://schemas.microsoft.com/office/drawing/2014/main" id="{00E50A52-CB52-41D5-9C5B-8B2F1447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5372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19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19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19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19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19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19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19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19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19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9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950" b="0" u="none" strike="noStrike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需要自行建立测试与调试路径</a:t>
            </a:r>
            <a:endParaRPr sz="202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" name="升级后的适配，往往由项目承担">
            <a:extLst xmlns:a="http://schemas.openxmlformats.org/drawingml/2006/main">
              <a:ext uri="{FF2B5EF4-FFF2-40B4-BE49-F238E27FC236}">
                <a16:creationId xmlns:a16="http://schemas.microsoft.com/office/drawing/2014/main" id="{0A91CCA6-E82D-43E9-A9E2-56EA47E09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5372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19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19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19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19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19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19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19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19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19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9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950" b="0" u="none" strike="noStrike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升级后的适配，往往由项目承担</a:t>
            </a:r>
            <a:endParaRPr sz="202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官方 API 与配套文档">
            <a:extLst xmlns:a="http://schemas.openxmlformats.org/drawingml/2006/main">
              <a:ext uri="{FF2B5EF4-FFF2-40B4-BE49-F238E27FC236}">
                <a16:creationId xmlns:a16="http://schemas.microsoft.com/office/drawing/2014/main" id="{FE6AC215-4A86-453D-935B-D08778020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24200"/>
            <a:ext cx="5372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19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19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19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19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19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19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19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19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19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9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95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官方 </a:t>
            </a:r>
            <a:r>
              <a:rPr sz="195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API </a:t>
            </a:r>
            <a:r>
              <a:rPr sz="195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与配套文档</a:t>
            </a:r>
            <a:endParaRPr sz="202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网页开发工具包与实机验证">
            <a:extLst xmlns:a="http://schemas.openxmlformats.org/drawingml/2006/main">
              <a:ext uri="{FF2B5EF4-FFF2-40B4-BE49-F238E27FC236}">
                <a16:creationId xmlns:a16="http://schemas.microsoft.com/office/drawing/2014/main" id="{DF95C300-D08D-4F6D-9968-7D1E9AA3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38600"/>
            <a:ext cx="5372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19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19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19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19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19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19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19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19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19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9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95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AI 原生开发和测试环境</a:t>
            </a:r>
            <a:endParaRPr sz="202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系统、接口与文档协同演进">
            <a:extLst xmlns:a="http://schemas.openxmlformats.org/drawingml/2006/main">
              <a:ext uri="{FF2B5EF4-FFF2-40B4-BE49-F238E27FC236}">
                <a16:creationId xmlns:a16="http://schemas.microsoft.com/office/drawing/2014/main" id="{3DB8AD4F-8590-4120-80C8-B20D37D8E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953000"/>
            <a:ext cx="5372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19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19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19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19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19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19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19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19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19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9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95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系统、接口与文档协同演进</a:t>
            </a:r>
            <a:endParaRPr sz="202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" name="开发者把更多时间，用在自己的应用上">
            <a:extLst xmlns:a="http://schemas.openxmlformats.org/drawingml/2006/main">
              <a:ext uri="{FF2B5EF4-FFF2-40B4-BE49-F238E27FC236}">
                <a16:creationId xmlns:a16="http://schemas.microsoft.com/office/drawing/2014/main" id="{36D8C733-E75D-4BD3-A8E2-172DB96DE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10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开发者把更多时间，用在自己的应用上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A10CE9E-5AD8-454F-A480-C7B160C429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60db476aa3429c">
            <a:extLst>
              <a:ext uri="{96DAC541-7B7A-43D3-8B79-37D633B846F1}">
                <asvg:svgBlip xmlns:asvg="http://schemas.microsoft.com/office/drawing/2016/SVG/main" r:embed="Re17a551dcdce4b7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6400800"/>
            <a:ext cx="1952625" cy="228220"/>
          </a:xfrm>
          <a:prstGeom xmlns:a="http://schemas.openxmlformats.org/drawingml/2006/main" prst="rect">
            <a:avLst/>
          </a:prstGeom>
        </p:spPr>
      </p:pic>
      <p:sp>
        <p:nvSpPr>
          <p:cNvPr id="6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BAB5EBD-6FEA-4450-9FE3-44F838176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443258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ns0:Properties xmlns:ns0="http://schemas.openxmlformats.org/officeDocument/2006/extended-properties">
  <ns0:Application>Walnut Exporter</ns0:Application>
  <ns0:PresentationFormat>Converted Presentation</ns0:PresentationFormat>
  <ns0:Slides>1</ns0:Slides>
  <ns0:Notes>0</ns0:Notes>
  <ns0:HiddenSlides>0</ns0:HiddenSlides>
  <ns0:SharedDoc>false</ns0:SharedDoc>
  <ns0:DocSecurity>0</ns0:DocSecurity>
</ns0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2026-10-23T03:35:23.3300000Z</dcterms:created>
  <dcterms:modified xsi:type="dcterms:W3CDTF">2026-10-23T03:35:23.3300000Z</dcterms:modified>
</coreProperties>
</file>