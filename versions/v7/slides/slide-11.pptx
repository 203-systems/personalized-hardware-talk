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svg" ContentType="image/svg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44f7433d70493d" /><Relationship Type="http://schemas.openxmlformats.org/officeDocument/2006/relationships/extended-properties" Target="/docProps/app.xml" Id="R656b9832c93b41ca" /><Relationship Type="http://schemas.openxmlformats.org/officeDocument/2006/relationships/officeDocument" Target="/ppt/presentation.xml" Id="Rd6f11c1e984e4e8c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4f55805aa674b97"/>
  </p:sldMasterIdLst>
  <p:notesMasterIdLst>
    <p:notesMasterId r:id="R1cc2ac91e12146a2"/>
  </p:notesMasterIdLst>
  <p:sldIdLst>
    <p:sldId id="266" r:id="R0b8e41be114749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?>
<Relationships xmlns="http://schemas.openxmlformats.org/package/2006/relationships"><Relationship Type="http://schemas.openxmlformats.org/officeDocument/2006/relationships/theme" Target="/ppt/theme/theme1.xml" Id="Rb10165154d4047ab" /><Relationship Type="http://schemas.openxmlformats.org/officeDocument/2006/relationships/slideMaster" Target="/ppt/slideMasters/slideMaster1.xml" Id="Re4f55805aa674b97" /><Relationship Type="http://schemas.openxmlformats.org/officeDocument/2006/relationships/notesMaster" Target="/ppt/notesMasters/notesMaster1.xml" Id="R1cc2ac91e12146a2" /><Relationship Type="http://schemas.openxmlformats.org/officeDocument/2006/relationships/presProps" Target="/ppt/presProps.xml" Id="R8a6230baf3884fd7" /><Relationship Type="http://schemas.openxmlformats.org/officeDocument/2006/relationships/tableStyles" Target="/ppt/tableStyles.xml" Id="R435d4989fc5844e0" /><Relationship Type="http://schemas.openxmlformats.org/officeDocument/2006/relationships/slide" Target="/ppt/slides/slide11.xml" Id="R0b8e41be114749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1870db58cf540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aff27d23d6340c0" /><Relationship Type="http://schemas.openxmlformats.org/officeDocument/2006/relationships/notesMaster" Target="/ppt/notesMasters/notesMaster1.xml" Id="Rfd20c2d2194a4050" /></Relationship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indent="0" algn="l">
              <a:lnSpc>
                <a:spcPct val="100000"/>
              </a:lnSpc>
              <a:buNone/>
            </a:pPr>
            <a:r>
              <a:rPr sz="2000" b="0" u="none" strike="noStrike">
                <a:solidFill>
                  <a:srgbClr val="000000"/>
                </a:solidFill>
                <a:latin typeface="Arial"/>
                <a:ea typeface="Arial"/>
                <a:cs typeface="Arial"/>
              </a:rPr>
              <a:t>最后回到创作者本身：你可以决定自己的工具怎样工作，把想法变成真实可用的东西。停顿后读出结尾：You will own everything and you will be happy. 中文大意是，你将拥有一切，也会拥有属于自己的快乐。谢谢大家。</a:t>
            </a:r>
            <a:endParaRPr sz="2000" b="0" u="none" strike="noStrik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29893ffa248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e28a43015249a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da41c1788b420e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64b0bd8b3a4f3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5b70c4e5442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7cef458c3a4e58" /></Relationships>
</file>

<file path=ppt/slideLayouts/slideLayout1.xml><?xml version="1.0" encoding="utf-8"?>
<p:sldLayout xmlns:p="http://schemas.openxmlformats.org/presentationml/2006/main" type="title" preserve="1">
  <p:cSld name="Title Slide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54F20D1-7BF8-4C57-8E3F-BF97AFA9DA8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590920"/>
            <a:ext cx="9753120" cy="990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2.xml><?xml version="1.0" encoding="utf-8"?>
<p:sldLayout xmlns:p="http://schemas.openxmlformats.org/presentationml/2006/main" type="blank" preserve="1">
  <p:cSld name="Title and One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414EEB-128C-4C42-869D-0DFC7C72DE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42978892-73BC-4776-8329-FFAF7EBF629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type="blank" preserve="1">
  <p:cSld name="Blank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F6FA7841-BC59-4EA3-AE1E-C3C2AEED1B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480" y="273600"/>
            <a:ext cx="10972440" cy="114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4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4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4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AC38521-AFC6-448F-89B2-F8E0D27072B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09480" y="1604520"/>
            <a:ext cx="10972440" cy="397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18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0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18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18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0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0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 and Two Column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E96F70F-88B8-4653-A318-BAFB970F3F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9F16385-3C8C-4B99-9961-8944816B02A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7B2422D-5508-4088-8452-526AF9B5AD2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477120" y="1905120"/>
            <a:ext cx="502884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1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1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1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blank" preserve="1">
  <p:cSld name="Title and Body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D978BEE5-3931-4F07-B032-251F95E0BF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520"/>
            <a:ext cx="10820160" cy="837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33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33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33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11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0CD9A0C9-2BD8-4E8F-B5AE-0E60D050AC7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685800" y="1905120"/>
            <a:ext cx="10820160" cy="4266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2pPr>
            <a:lvl3pPr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3pPr>
            <a:lvl4pPr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4pPr>
            <a:lvl5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5pPr>
            <a:lvl6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6pPr>
            <a:lvl7pPr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 sz="225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marL="228600" indent="-2286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outline text format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533520" lvl="1" indent="-2286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Second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838080" lvl="2" indent="-2286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Third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143000" lvl="3" indent="-2286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Fourth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447920" lvl="4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Fifth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1752480" lvl="5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Sixth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  <a:p xmlns:a="http://schemas.openxmlformats.org/drawingml/2006/main">
            <a:pPr marL="2057400" lvl="6" indent="-2286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225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Seventh Outline Level</a:t>
            </a:r>
            <a:endParaRPr sz="225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 preserve="1">
  <p:cSld name="Section Header"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364D5C14-8D1F-4705-AF24-2202E73F10A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320" y="2857680"/>
            <a:ext cx="9753120" cy="1142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>
            <a:defPPr>
              <a:defRPr>
                <a:latin typeface="HarmonyOS Sans SC"/>
                <a:ea typeface="HarmonyOS Sans SC"/>
                <a:cs typeface="HarmonyOS Sans SC"/>
              </a:defRPr>
            </a:defPPr>
            <a:lvl1pPr indent="0" algn="l">
              <a:lnSpc>
                <a:spcPct val="90000"/>
              </a:lnSpc>
              <a:buNone/>
              <a:defRPr sz="4200" b="0" u="none" strike="noStrike">
                <a:solidFill>
                  <a:schemeClr val="dk1"/>
                </a:solidFill>
                <a:latin typeface="Aptos"/>
                <a:ea typeface="Aptos"/>
                <a:cs typeface="Aptos"/>
              </a:defRPr>
            </a:lvl1pPr>
            <a:lvl2pPr>
              <a:buNone/>
              <a:defRPr>
                <a:latin typeface="HarmonyOS Sans SC"/>
                <a:ea typeface="HarmonyOS Sans SC"/>
                <a:cs typeface="HarmonyOS Sans SC"/>
              </a:defRPr>
            </a:lvl2pPr>
            <a:lvl3pPr>
              <a:buNone/>
              <a:defRPr>
                <a:latin typeface="HarmonyOS Sans SC"/>
                <a:ea typeface="HarmonyOS Sans SC"/>
                <a:cs typeface="HarmonyOS Sans SC"/>
              </a:defRPr>
            </a:lvl3pPr>
            <a:lvl4pPr>
              <a:buNone/>
              <a:defRPr>
                <a:latin typeface="HarmonyOS Sans SC"/>
                <a:ea typeface="HarmonyOS Sans SC"/>
                <a:cs typeface="HarmonyOS Sans SC"/>
              </a:defRPr>
            </a:lvl4pPr>
            <a:lvl5pPr>
              <a:buNone/>
              <a:defRPr>
                <a:latin typeface="HarmonyOS Sans SC"/>
                <a:ea typeface="HarmonyOS Sans SC"/>
                <a:cs typeface="HarmonyOS Sans SC"/>
              </a:defRPr>
            </a:lvl5pPr>
            <a:lvl6pPr>
              <a:buNone/>
              <a:defRPr>
                <a:latin typeface="HarmonyOS Sans SC"/>
                <a:ea typeface="HarmonyOS Sans SC"/>
                <a:cs typeface="HarmonyOS Sans SC"/>
              </a:defRPr>
            </a:lvl6pPr>
            <a:lvl7pPr>
              <a:buNone/>
              <a:defRPr>
                <a:latin typeface="HarmonyOS Sans SC"/>
                <a:ea typeface="HarmonyOS Sans SC"/>
                <a:cs typeface="HarmonyOS Sans SC"/>
              </a:defRPr>
            </a:lvl7pPr>
            <a:lvl8pPr>
              <a:buNone/>
              <a:defRPr>
                <a:latin typeface="HarmonyOS Sans SC"/>
                <a:ea typeface="HarmonyOS Sans SC"/>
                <a:cs typeface="HarmonyOS Sans SC"/>
              </a:defRPr>
            </a:lvl8pPr>
            <a:lvl9pPr>
              <a:buNone/>
              <a:defRPr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indent="0" algn="l">
              <a:lnSpc>
                <a:spcPct val="90000"/>
              </a:lnSpc>
              <a:buNone/>
              <a:defRPr>
                <a:latin typeface="HarmonyOS Sans SC"/>
                <a:ea typeface="HarmonyOS Sans SC"/>
                <a:cs typeface="HarmonyOS Sans SC"/>
              </a:defRPr>
            </a:pPr>
            <a:r>
              <a:rPr sz="4200" b="0" u="none" strike="noStrike">
                <a:solidFill>
                  <a:schemeClr val="dk1"/>
                </a:solidFill>
                <a:latin typeface="HarmonyOS Sans SC"/>
                <a:ea typeface="HarmonyOS Sans SC"/>
                <a:cs typeface="HarmonyOS Sans SC"/>
              </a:rPr>
              <a:t>Click to edit the title text format</a:t>
            </a:r>
            <a:endParaRPr sz="4200" b="0" u="none" strike="noStrike">
              <a:solidFill>
                <a:schemeClr val="dk1"/>
              </a:solidFill>
              <a:latin typeface="Aptos"/>
              <a:ea typeface="Aptos"/>
              <a:cs typeface="Aptos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e51da22bca54c82" /><Relationship Type="http://schemas.openxmlformats.org/officeDocument/2006/relationships/slideLayout" Target="/ppt/slideLayouts/slideLayout1.xml" Id="R1820ed41fd064745" /><Relationship Type="http://schemas.openxmlformats.org/officeDocument/2006/relationships/slideLayout" Target="/ppt/slideLayouts/slideLayout2.xml" Id="R3a116a1d3ba24fd5" /><Relationship Type="http://schemas.openxmlformats.org/officeDocument/2006/relationships/slideLayout" Target="/ppt/slideLayouts/slideLayout3.xml" Id="R7c91873f9a6c411a" /><Relationship Type="http://schemas.openxmlformats.org/officeDocument/2006/relationships/slideLayout" Target="/ppt/slideLayouts/slideLayout4.xml" Id="R9fafa4bffdb24d71" /><Relationship Type="http://schemas.openxmlformats.org/officeDocument/2006/relationships/slideLayout" Target="/ppt/slideLayouts/slideLayout5.xml" Id="R472d28552d1048ef" /><Relationship Type="http://schemas.openxmlformats.org/officeDocument/2006/relationships/slideLayout" Target="/ppt/slideLayouts/slideLayout6.xml" Id="Rb370cd1e5ef249d5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20ed41fd064745"/>
    <p:sldLayoutId xmlns:r="http://schemas.openxmlformats.org/officeDocument/2006/relationships" id="2147483650" r:id="R3a116a1d3ba24fd5"/>
    <p:sldLayoutId xmlns:r="http://schemas.openxmlformats.org/officeDocument/2006/relationships" id="2147483651" r:id="R7c91873f9a6c411a"/>
    <p:sldLayoutId xmlns:r="http://schemas.openxmlformats.org/officeDocument/2006/relationships" id="2147483652" r:id="R9fafa4bffdb24d71"/>
    <p:sldLayoutId xmlns:r="http://schemas.openxmlformats.org/officeDocument/2006/relationships" id="2147483653" r:id="R472d28552d1048ef"/>
    <p:sldLayoutId xmlns:r="http://schemas.openxmlformats.org/officeDocument/2006/relationships" id="2147483654" r:id="Rb370cd1e5ef249d5"/>
  </p:sldLayoutIdLst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6c723ad0c0f4be6" /><Relationship Type="http://schemas.openxmlformats.org/officeDocument/2006/relationships/image" Target="/ppt/media/image11.png" Id="Ra61551a72d78490a" /><Relationship Type="http://schemas.openxmlformats.org/officeDocument/2006/relationships/image" Target="/ppt/media/image12.svg" Id="Re9b5b44dbf4245a4" /><Relationship Type="http://schemas.openxmlformats.org/officeDocument/2006/relationships/notesSlide" Target="/ppt/notesSlides/notesSlide11.xml" Id="R51fb654d0ba84a33" /></Relationships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0101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You will own everything">
            <a:extLst xmlns:a="http://schemas.openxmlformats.org/drawingml/2006/main">
              <a:ext uri="{FF2B5EF4-FFF2-40B4-BE49-F238E27FC236}">
                <a16:creationId xmlns:a16="http://schemas.microsoft.com/office/drawing/2014/main" id="{8E657F82-1258-4789-8B04-3754036C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You will own everything</a:t>
            </a:r>
          </a:p>
        </p:txBody>
      </p:sp>
      <p:sp>
        <p:nvSpPr>
          <p:cNvPr id="2" name="and you will be happy.">
            <a:extLst xmlns:a="http://schemas.openxmlformats.org/drawingml/2006/main">
              <a:ext uri="{FF2B5EF4-FFF2-40B4-BE49-F238E27FC236}">
                <a16:creationId xmlns:a16="http://schemas.microsoft.com/office/drawing/2014/main" id="{45B3137D-835D-417C-8F21-E2BBFD170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525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5400" b="1">
                <a:solidFill>
                  <a:srgbClr val="F7F7F2"/>
                </a:solidFill>
                <a:latin typeface="HarmonyOS Sans SC"/>
                <a:ea typeface="HarmonyOS Sans SC"/>
                <a:cs typeface="HarmonyOS Sans SC"/>
              </a:rPr>
              <a:t>and you will be </a:t>
            </a:r>
            <a:r>
              <a:rPr sz="5400" b="1">
                <a:solidFill>
                  <a:srgbClr val="65E8D4"/>
                </a:solidFill>
                <a:latin typeface="HarmonyOS Sans SC"/>
                <a:ea typeface="HarmonyOS Sans SC"/>
                <a:cs typeface="HarmonyOS Sans SC"/>
              </a:rPr>
              <a:t>happy.</a:t>
            </a:r>
          </a:p>
        </p:txBody>
      </p:sp>
      <p:sp>
        <p:nvSpPr>
          <p:cNvPr id="3" name="你将拥有一切，也会拥有属于自己的快乐。">
            <a:extLst xmlns:a="http://schemas.openxmlformats.org/drawingml/2006/main">
              <a:ext uri="{FF2B5EF4-FFF2-40B4-BE49-F238E27FC236}">
                <a16:creationId xmlns:a16="http://schemas.microsoft.com/office/drawing/2014/main" id="{CA9F7825-4ABB-4F52-B9A4-67C3579D8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0292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ctr">
              <a:buNone/>
              <a:defRPr sz="225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l">
              <a:lnSpc>
                <a:spcPct val="115000"/>
              </a:lnSpc>
              <a:buNone/>
              <a:defRPr sz="21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21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你将拥有一切，也会拥有属于自己的快乐。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544940-D136-480D-9D80-FCC466008D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1551a72d78490a">
            <a:extLst>
              <a:ext uri="{96DAC541-7B7A-43D3-8B79-37D633B846F1}">
                <asvg:svgBlip xmlns:asvg="http://schemas.microsoft.com/office/drawing/2016/SVG/main" r:embed="Re9b5b44dbf4245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9600" y="6400800"/>
            <a:ext cx="1952625" cy="228220"/>
          </a:xfrm>
          <a:prstGeom xmlns:a="http://schemas.openxmlformats.org/drawingml/2006/main" prst="rect">
            <a:avLst/>
          </a:prstGeom>
        </p:spPr>
      </p:pic>
      <p:sp>
        <p:nvSpPr>
          <p:cNvPr id="6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C3802E61-F0B9-4198-A988-226534074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64008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r"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defPPr>
            <a:lvl1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1pPr>
            <a:lvl2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2pPr>
            <a:lvl3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3pPr>
            <a:lvl4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4pPr>
            <a:lvl5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5pPr>
            <a:lvl6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6pPr>
            <a:lvl7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7pPr>
            <a:lvl8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8pPr>
            <a:lvl9pPr algn="r"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lvl9pPr>
          </a:lstStyle>
          <a:p xmlns:a="http://schemas.openxmlformats.org/drawingml/2006/main">
            <a:pPr algn="r">
              <a:lnSpc>
                <a:spcPct val="115000"/>
              </a:lnSpc>
              <a:buNone/>
              <a:def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defRPr>
            </a:pPr>
            <a:r>
              <a:rPr sz="1200" b="0">
                <a:solidFill>
                  <a:srgbClr val="A6A7B2"/>
                </a:solidFill>
                <a:latin typeface="HarmonyOS Sans SC"/>
                <a:ea typeface="HarmonyOS Sans SC"/>
                <a:cs typeface="HarmonyOS Sans S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590232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12700">
          <a:prstDash val="solid"/>
        </a:ln>
        <a:ln w="19050">
          <a:prstDash val="solid"/>
        </a:ln>
        <a:ln w="254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docProps/app.xml><?xml version="1.0" encoding="utf-8"?>
<ns0:Properties xmlns:ns0="http://schemas.openxmlformats.org/officeDocument/2006/extended-properties">
  <ns0:Application>Walnut Exporter</ns0:Application>
  <ns0:PresentationFormat>Converted Presentation</ns0:PresentationFormat>
  <ns0:Slides>1</ns0:Slides>
  <ns0:Notes>0</ns0:Notes>
  <ns0:HiddenSlides>0</ns0:HiddenSlides>
  <ns0:SharedDoc>false</ns0:SharedDoc>
  <ns0:DocSecurity>0</ns0:DocSecurity>
</ns0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2026-10-23T03:35:23.3300000Z</dcterms:created>
  <dcterms:modified xsi:type="dcterms:W3CDTF">2026-10-23T03:35:23.3300000Z</dcterms:modified>
</coreProperties>
</file>