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6" r:id="R7c5ad6cf9e6f40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.xml" Id="R7c5ad6cf9e6f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93fc7b8164aff" /><Relationship Type="http://schemas.openxmlformats.org/officeDocument/2006/relationships/notesMaster" Target="/ppt/notesMasters/notesMaster1.xml" Id="R755e3e0a61f1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今天的主题是“从你的创意到个性化硬件”，副标题是“基于开放硬件的 AI 辅助创作”。我们会从一个社区现象开始，聊一聊 203 的平台准备，再用同一个应用串起实体设备与网页模拟器。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标题：演讲者指定。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字体：HarmonyOS Sans SC，Copyright 2021 Huawei Device Co., Ltd.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https://developer.huawei.com/consumer/cn/design/resource-V1/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演讲视觉参考：https://www.smartisan.com/release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讲述与笑点为本次演讲原创。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ff3390d5a49dd" /><Relationship Type="http://schemas.openxmlformats.org/officeDocument/2006/relationships/image" Target="/ppt/media/image.jpeg" Id="Rd6a51e3b372246e9" /><Relationship Type="http://schemas.openxmlformats.org/officeDocument/2006/relationships/image" Target="/ppt/media/image.svg" Id="R80b4251d82ac4041" /><Relationship Type="http://schemas.openxmlformats.org/officeDocument/2006/relationships/notesSlide" Target="/ppt/notesSlides/notesSlide1.xml" Id="Rc441df828244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om Your Ideas">
            <a:extLst xmlns:a="http://schemas.openxmlformats.org/drawingml/2006/main">
              <a:ext uri="{FF2B5EF4-FFF2-40B4-BE49-F238E27FC236}">
                <a16:creationId xmlns:a16="http://schemas.microsoft.com/office/drawing/2014/main" id="{6FB7D0CA-B32D-4799-8659-D6811AB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1724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从你的创意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到个性化硬件</a:t>
            </a:r>
          </a:p>
        </p:txBody>
      </p:sp>
      <p:sp>
        <p:nvSpPr>
          <p:cNvPr id="2" name="to Personalized Hardware">
            <a:extLst xmlns:a="http://schemas.openxmlformats.org/drawingml/2006/main">
              <a:ext uri="{FF2B5EF4-FFF2-40B4-BE49-F238E27FC236}">
                <a16:creationId xmlns:a16="http://schemas.microsoft.com/office/drawing/2014/main" id="{D57ADAC4-27E3-4CD7-A57B-71D4A0B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From Your Ideas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to Personalized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Hardware</a:t>
            </a:r>
          </a:p>
        </p:txBody>
      </p:sp>
      <p:sp>
        <p:nvSpPr>
          <p:cNvPr id="3" name="从你的创意到个性化硬件">
            <a:extLst xmlns:a="http://schemas.openxmlformats.org/drawingml/2006/main">
              <a:ext uri="{FF2B5EF4-FFF2-40B4-BE49-F238E27FC236}">
                <a16:creationId xmlns:a16="http://schemas.microsoft.com/office/drawing/2014/main" id="{EB5284A4-79C0-4CD9-97E1-6E2FE33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基于开放硬件的 AI 辅助创作</a:t>
            </a:r>
          </a:p>
        </p:txBody>
      </p:sp>
      <p:sp>
        <p:nvSpPr>
          <p:cNvPr id="4" name="Creating with AI on Open Hardware">
            <a:extLst xmlns:a="http://schemas.openxmlformats.org/drawingml/2006/main">
              <a:ext uri="{FF2B5EF4-FFF2-40B4-BE49-F238E27FC236}">
                <a16:creationId xmlns:a16="http://schemas.microsoft.com/office/drawing/2014/main" id="{C04F734F-20F4-4951-AE18-4090AEC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817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Creating with AI on Open Hardware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0CFA-9BC3-414F-9628-48BA3A3C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51e3b372246e9">
            <a:extLst>
              <a:ext uri="{96DAC541-7B7A-43D3-8B79-37D633B846F1}">
                <asvg:svgBlip xmlns:asvg="http://schemas.microsoft.com/office/drawing/2016/SVG/main" r:embed="R80b4251d82ac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B6E1B-0FCA-473D-BFFA-34CA761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095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